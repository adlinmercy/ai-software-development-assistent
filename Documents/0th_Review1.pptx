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5" r:id="rId4"/>
    <p:sldId id="266" r:id="rId5"/>
    <p:sldId id="262"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60F4-452C-4446-8769-C81E472F69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2929CC-A5BF-2058-E2CD-EBD4B25F0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4F2C8-A00F-9ACF-AA7A-6251D312BD80}"/>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6156931F-4840-3A1A-C525-C0643A796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B12F48-6F11-0513-8BAE-2246967B7152}"/>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1470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B667-4F9D-2407-A82A-999950E7EF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385CAC-8DCB-167C-C238-193BEEB5A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B2BF4-A33B-B54C-F792-AC99CE3F6CE7}"/>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17AB1598-BE3D-43C8-3A37-931418F17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1DCDF5-1326-E1D3-B08B-4CA5FF9FB6C3}"/>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86216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7D9E-1DBE-7367-96AC-5890FAFC3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6E62C-09CA-C51F-2453-9F1E0C9C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256CB-C251-25F9-AE69-FAEA9DB233AA}"/>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9CB7863E-C882-3AFE-431B-980D3BC05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04F227-9E57-6575-0ABE-25AEEDC330E5}"/>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5228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D1C-A0C3-8E7A-4883-D5453DFBC3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6B386-C8CF-F739-F72C-F76709406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13B1A-8223-8502-F220-6D13FE29D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2A079-D96D-7492-472C-D22752F5E63A}"/>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6" name="Footer Placeholder 5">
            <a:extLst>
              <a:ext uri="{FF2B5EF4-FFF2-40B4-BE49-F238E27FC236}">
                <a16:creationId xmlns:a16="http://schemas.microsoft.com/office/drawing/2014/main" id="{E3E4A522-37EF-D19E-FD47-1E030792B1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190D0-5718-7114-51F4-F7AEAB9F4AE7}"/>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31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4191-A765-0D45-8B3E-B9C4F0F0CD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9276AE-287E-E5C9-5CE6-E4948B083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790AC-1C3D-EDD4-7D82-823F88012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84DBF2-52AB-C38F-622F-9F17D996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2F899-7625-9FEC-D545-A6675291C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9D3E-2E00-A795-2E6F-248371EF77B4}"/>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8" name="Footer Placeholder 7">
            <a:extLst>
              <a:ext uri="{FF2B5EF4-FFF2-40B4-BE49-F238E27FC236}">
                <a16:creationId xmlns:a16="http://schemas.microsoft.com/office/drawing/2014/main" id="{C382ED25-24EB-B13A-9BC2-8B3E945250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15750D-4760-0DA0-EC67-57B9AE49A070}"/>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2652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1409-BBC7-4FB1-4452-4F8DC9D93F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58E0-780E-DFDA-3B74-FFA597A1D1B0}"/>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4" name="Footer Placeholder 3">
            <a:extLst>
              <a:ext uri="{FF2B5EF4-FFF2-40B4-BE49-F238E27FC236}">
                <a16:creationId xmlns:a16="http://schemas.microsoft.com/office/drawing/2014/main" id="{B1E2A35F-A70F-F4C5-880A-EEE8A51B13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215537-C387-6F70-4905-CFF2FE0FB0DD}"/>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7666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26FA5-E063-0CED-7C60-DB666E39809B}"/>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3" name="Footer Placeholder 2">
            <a:extLst>
              <a:ext uri="{FF2B5EF4-FFF2-40B4-BE49-F238E27FC236}">
                <a16:creationId xmlns:a16="http://schemas.microsoft.com/office/drawing/2014/main" id="{A48BA9FC-779A-2DB8-9909-9F101F3551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AE7A58-29F7-E60E-1B58-D748A03B94E4}"/>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0404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59D4-B2AA-8D73-4BC6-A137CA43B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857E7-0667-377A-085E-30610ECE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EC92C0-3318-315D-95B9-0F75F1FF4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ECB10-29D5-1EB7-7307-8A1511C5A449}"/>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6" name="Footer Placeholder 5">
            <a:extLst>
              <a:ext uri="{FF2B5EF4-FFF2-40B4-BE49-F238E27FC236}">
                <a16:creationId xmlns:a16="http://schemas.microsoft.com/office/drawing/2014/main" id="{E6A21C7F-582E-DA50-640A-AF110CEB5A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7BE6A4-E70A-3E0C-F9A3-515267BE848E}"/>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28413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ADC-D819-0F48-AE9E-25603583B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532B4-DFF2-2CF7-AD11-28EA04D98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63C06-F1D9-E4E8-74B5-2A18A8546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D2063-4505-9154-4ADD-74168AE1FF3A}"/>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6" name="Footer Placeholder 5">
            <a:extLst>
              <a:ext uri="{FF2B5EF4-FFF2-40B4-BE49-F238E27FC236}">
                <a16:creationId xmlns:a16="http://schemas.microsoft.com/office/drawing/2014/main" id="{EB3A8CB5-A41C-BA4E-71ED-7196969988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85981-D274-24CD-D412-74ACC0DD961C}"/>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1973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02-7FDB-935E-0448-806013B14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37403-9424-AA56-E29E-2D7438106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E67FA-BF95-E165-AFE6-98F40723A96E}"/>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28F7FD14-62E4-4F17-FF47-48AFD5A83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830C0-F77C-F44C-2A9F-DE5E8E79D37F}"/>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3822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764AB9-7856-017F-EE49-01C817F40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B80C-7AAF-CA14-D62A-D36FAD0D7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CFC52-9485-6E46-B229-7801DC980487}"/>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12351E62-D389-B7C0-FF5B-021C07B6E3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CDCDE-A6F4-D44F-2619-3D1519F8BB86}"/>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9167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ED1C3-C406-51D9-BF6B-2D57E4E7B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ECD11-705B-D96F-1B2D-473F25DF0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36A12-345A-BF10-786C-791D86443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CB68EDD1-6CDD-7CC4-1113-13DD25A72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53BBC0-C51C-9AB0-4148-245B6339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103BE-7330-4E9A-AA54-937BBCDF3AA8}" type="slidenum">
              <a:rPr lang="en-IN" smtClean="0"/>
              <a:t>‹#›</a:t>
            </a:fld>
            <a:endParaRPr lang="en-IN"/>
          </a:p>
        </p:txBody>
      </p:sp>
    </p:spTree>
    <p:extLst>
      <p:ext uri="{BB962C8B-B14F-4D97-AF65-F5344CB8AC3E}">
        <p14:creationId xmlns:p14="http://schemas.microsoft.com/office/powerpoint/2010/main" val="30644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publicdomainpictures.net/en/view-image.php?image=228270&amp;picture=thank-you"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41C5BF-C0EF-0299-9CDE-EF61BCFBD350}"/>
              </a:ext>
            </a:extLst>
          </p:cNvPr>
          <p:cNvSpPr/>
          <p:nvPr/>
        </p:nvSpPr>
        <p:spPr>
          <a:xfrm>
            <a:off x="401483"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72974E99-F5B0-AA92-C10A-776F44B3A75F}"/>
              </a:ext>
            </a:extLst>
          </p:cNvPr>
          <p:cNvSpPr txBox="1"/>
          <p:nvPr/>
        </p:nvSpPr>
        <p:spPr>
          <a:xfrm>
            <a:off x="471948" y="717755"/>
            <a:ext cx="11090787"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Sardar Raja College Of Engineering</a:t>
            </a:r>
            <a:endParaRPr lang="en-IN" sz="3200" b="1" dirty="0"/>
          </a:p>
        </p:txBody>
      </p:sp>
      <p:sp>
        <p:nvSpPr>
          <p:cNvPr id="5" name="TextBox 4">
            <a:extLst>
              <a:ext uri="{FF2B5EF4-FFF2-40B4-BE49-F238E27FC236}">
                <a16:creationId xmlns:a16="http://schemas.microsoft.com/office/drawing/2014/main" id="{898CCC73-235F-494D-8B37-80DEE75BF63F}"/>
              </a:ext>
            </a:extLst>
          </p:cNvPr>
          <p:cNvSpPr txBox="1"/>
          <p:nvPr/>
        </p:nvSpPr>
        <p:spPr>
          <a:xfrm>
            <a:off x="562077" y="1546731"/>
            <a:ext cx="11090787" cy="1953868"/>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Department Of Artificial Intelligence and Data Science</a:t>
            </a:r>
          </a:p>
          <a:p>
            <a:pPr algn="ctr">
              <a:lnSpc>
                <a:spcPct val="150000"/>
              </a:lnSpc>
            </a:pPr>
            <a:r>
              <a:rPr lang="en-US" sz="2800" dirty="0">
                <a:latin typeface="Times New Roman" panose="02020603050405020304" pitchFamily="18" charset="0"/>
                <a:cs typeface="Times New Roman" panose="02020603050405020304" pitchFamily="18" charset="0"/>
              </a:rPr>
              <a:t>AI-Powered Intelligent Software Development Assistant Using Large Language Models</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211973F-594C-CBC9-6BEF-79702F1CF8CE}"/>
              </a:ext>
            </a:extLst>
          </p:cNvPr>
          <p:cNvSpPr txBox="1"/>
          <p:nvPr/>
        </p:nvSpPr>
        <p:spPr>
          <a:xfrm>
            <a:off x="562077" y="4405934"/>
            <a:ext cx="5201265" cy="1052660"/>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Guide name :</a:t>
            </a:r>
            <a:br>
              <a:rPr lang="en-IN" sz="24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Prof. </a:t>
            </a:r>
            <a:r>
              <a:rPr lang="en-IN" sz="2000">
                <a:latin typeface="Times New Roman" panose="02020603050405020304" pitchFamily="18" charset="0"/>
                <a:cs typeface="Times New Roman" panose="02020603050405020304" pitchFamily="18" charset="0"/>
              </a:rPr>
              <a:t>Sindhu</a:t>
            </a:r>
            <a:r>
              <a:rPr lang="en-IN" sz="2000" dirty="0" err="1">
                <a:latin typeface="Times New Roman" panose="02020603050405020304" pitchFamily="18" charset="0"/>
                <a:cs typeface="Times New Roman" panose="02020603050405020304" pitchFamily="18" charset="0"/>
              </a:rPr>
              <a:t>.N</a:t>
            </a:r>
            <a:r>
              <a:rPr lang="en-IN" sz="2000" dirty="0">
                <a:latin typeface="Times New Roman" panose="02020603050405020304" pitchFamily="18" charset="0"/>
                <a:cs typeface="Times New Roman" panose="02020603050405020304" pitchFamily="18" charset="0"/>
              </a:rPr>
              <a:t>  AP/AI&amp;DS</a:t>
            </a:r>
          </a:p>
        </p:txBody>
      </p:sp>
      <p:sp>
        <p:nvSpPr>
          <p:cNvPr id="7" name="TextBox 6">
            <a:extLst>
              <a:ext uri="{FF2B5EF4-FFF2-40B4-BE49-F238E27FC236}">
                <a16:creationId xmlns:a16="http://schemas.microsoft.com/office/drawing/2014/main" id="{05EB3D25-5F85-DA89-7920-866FD494A2EF}"/>
              </a:ext>
            </a:extLst>
          </p:cNvPr>
          <p:cNvSpPr txBox="1"/>
          <p:nvPr/>
        </p:nvSpPr>
        <p:spPr>
          <a:xfrm>
            <a:off x="6789173" y="4424937"/>
            <a:ext cx="5024285"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TEAM MEMBERS:</a:t>
            </a:r>
          </a:p>
          <a:p>
            <a:r>
              <a:rPr lang="en-IN" sz="2000" dirty="0" err="1">
                <a:latin typeface="Times New Roman" panose="02020603050405020304" pitchFamily="18" charset="0"/>
                <a:cs typeface="Times New Roman" panose="02020603050405020304" pitchFamily="18" charset="0"/>
              </a:rPr>
              <a:t>M.Adlin</a:t>
            </a:r>
            <a:r>
              <a:rPr lang="en-IN" sz="2000" dirty="0">
                <a:latin typeface="Times New Roman" panose="02020603050405020304" pitchFamily="18" charset="0"/>
                <a:cs typeface="Times New Roman" panose="02020603050405020304" pitchFamily="18" charset="0"/>
              </a:rPr>
              <a:t> mercy   – 952723243002</a:t>
            </a:r>
          </a:p>
          <a:p>
            <a:r>
              <a:rPr lang="en-IN" sz="2000" dirty="0" err="1">
                <a:latin typeface="Times New Roman" panose="02020603050405020304" pitchFamily="18" charset="0"/>
                <a:ea typeface="Calibri" panose="020F0502020204030204" pitchFamily="34" charset="0"/>
                <a:cs typeface="Times New Roman" panose="02020603050405020304" pitchFamily="18" charset="0"/>
              </a:rPr>
              <a:t>A.Anusuya</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952723243005</a:t>
            </a:r>
            <a:br>
              <a:rPr lang="en-IN" sz="2000" dirty="0">
                <a:latin typeface="Times New Roman" panose="02020603050405020304" pitchFamily="18" charset="0"/>
                <a:cs typeface="Times New Roman" panose="02020603050405020304" pitchFamily="18" charset="0"/>
              </a:rPr>
            </a:br>
            <a:r>
              <a:rPr lang="en-IN" sz="2000" dirty="0" err="1">
                <a:latin typeface="Times New Roman" panose="02020603050405020304" pitchFamily="18" charset="0"/>
                <a:cs typeface="Times New Roman" panose="02020603050405020304" pitchFamily="18" charset="0"/>
              </a:rPr>
              <a:t>M.Mahalakshmi</a:t>
            </a:r>
            <a:r>
              <a:rPr lang="en-IN" sz="2000" dirty="0">
                <a:latin typeface="Times New Roman" panose="02020603050405020304" pitchFamily="18" charset="0"/>
                <a:cs typeface="Times New Roman" panose="02020603050405020304" pitchFamily="18" charset="0"/>
              </a:rPr>
              <a:t> – 952723243017</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13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DA24-C3C4-AE5E-7024-F15ED7D9A4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295A81-A350-F0A6-450A-5A5B4A0580FD}"/>
              </a:ext>
            </a:extLst>
          </p:cNvPr>
          <p:cNvSpPr/>
          <p:nvPr/>
        </p:nvSpPr>
        <p:spPr>
          <a:xfrm>
            <a:off x="550606" y="540086"/>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8368D09-8A92-C16A-7E6E-E16D8A1C05E0}"/>
              </a:ext>
            </a:extLst>
          </p:cNvPr>
          <p:cNvSpPr txBox="1"/>
          <p:nvPr/>
        </p:nvSpPr>
        <p:spPr>
          <a:xfrm>
            <a:off x="934062" y="852386"/>
            <a:ext cx="10249047"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D75A2360-1F88-FB4C-4F37-B241EC7E18CC}"/>
              </a:ext>
            </a:extLst>
          </p:cNvPr>
          <p:cNvSpPr txBox="1"/>
          <p:nvPr/>
        </p:nvSpPr>
        <p:spPr>
          <a:xfrm>
            <a:off x="1060704" y="1697050"/>
            <a:ext cx="9976104" cy="3512693"/>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project, "AI-Powered Intelligent Software Development Assistant Using Large Language Models," aims to assist developers throughout the software development process. The system uses AI to analyze software requirements, generate code, detect and debug errors, explain code, review code quality, and generate technical documentation. By integrating these features into a single platform, the proposed solution reduces development time, improves code quality, and enhances developer productivity. The project is inspired by recent research on trustworthy AI software development assistants and extends it by providing a practical AI-powered development environment for modern software engineering.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75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CBFD1-8FAD-E929-98A2-7BEF3B0B64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AD9C4E-83F4-F61C-4803-B68FFD6E9ACC}"/>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4C77B98-CE21-B425-D703-C822E712912C}"/>
              </a:ext>
            </a:extLst>
          </p:cNvPr>
          <p:cNvSpPr txBox="1"/>
          <p:nvPr/>
        </p:nvSpPr>
        <p:spPr>
          <a:xfrm>
            <a:off x="700743" y="1061524"/>
            <a:ext cx="9674941" cy="4734951"/>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Existing System:</a:t>
            </a:r>
          </a:p>
          <a:p>
            <a:pPr algn="just">
              <a:lnSpc>
                <a:spcPct val="150000"/>
              </a:lnSpc>
            </a:pPr>
            <a:r>
              <a:rPr lang="en-US" dirty="0">
                <a:latin typeface="Times New Roman" panose="02020603050405020304" pitchFamily="18" charset="0"/>
                <a:cs typeface="Times New Roman" panose="02020603050405020304" pitchFamily="18" charset="0"/>
              </a:rPr>
              <a:t>     Existing AI software assistants use LLMs to help developers with code generation, code completion, and debugging. They mainly support individual coding tasks but do not cover the complete software development process.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Disadvantages:</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AI-generated code may have errors and security problems. </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AI tools do not fully understand software quality and project requirements. </a:t>
            </a:r>
          </a:p>
          <a:p>
            <a:pPr algn="just">
              <a:lnSpc>
                <a:spcPct val="150000"/>
              </a:lnSpc>
            </a:pPr>
            <a:r>
              <a:rPr lang="en-IN" sz="2400" dirty="0">
                <a:latin typeface="Times New Roman" panose="02020603050405020304" pitchFamily="18" charset="0"/>
                <a:cs typeface="Times New Roman" panose="02020603050405020304" pitchFamily="18" charset="0"/>
              </a:rPr>
              <a:t>	</a:t>
            </a:r>
            <a:endParaRPr lang="en-US" sz="2400" b="1" dirty="0"/>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9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6578-1A39-D1E8-5ABC-626B240DBD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4A25D8-B958-5954-1154-05A13A49A78B}"/>
              </a:ext>
            </a:extLst>
          </p:cNvPr>
          <p:cNvSpPr/>
          <p:nvPr/>
        </p:nvSpPr>
        <p:spPr>
          <a:xfrm>
            <a:off x="550606"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7588827-5462-20F7-3714-210FF486C659}"/>
              </a:ext>
            </a:extLst>
          </p:cNvPr>
          <p:cNvSpPr txBox="1"/>
          <p:nvPr/>
        </p:nvSpPr>
        <p:spPr>
          <a:xfrm>
            <a:off x="719031" y="1041451"/>
            <a:ext cx="10249047" cy="4457952"/>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Proposed System:</a:t>
            </a:r>
          </a:p>
          <a:p>
            <a:pPr algn="just">
              <a:lnSpc>
                <a:spcPct val="150000"/>
              </a:lnSpc>
            </a:pPr>
            <a:r>
              <a:rPr lang="en-US"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system provides an AI-based software development assistant that supports the complete software development process, including requirement analysis, code generation, testing, and quality improvement.</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Advantages:</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more reliable and high-quality software development support. </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Reduces coding errors and improves developer productivity.</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47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1402-2BBE-B03F-A09F-2B69349D1C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52B96A-4E1F-20E3-51B0-9E23606F68C7}"/>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B238419-9A86-9EEE-B03B-14852303306F}"/>
              </a:ext>
            </a:extLst>
          </p:cNvPr>
          <p:cNvSpPr txBox="1"/>
          <p:nvPr/>
        </p:nvSpPr>
        <p:spPr>
          <a:xfrm>
            <a:off x="648929" y="671739"/>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4B4EBC36-C3C6-61B9-85B7-34C6232C63BA}"/>
              </a:ext>
            </a:extLst>
          </p:cNvPr>
          <p:cNvGraphicFramePr>
            <a:graphicFrameLocks noGrp="1"/>
          </p:cNvGraphicFramePr>
          <p:nvPr>
            <p:extLst>
              <p:ext uri="{D42A27DB-BD31-4B8C-83A1-F6EECF244321}">
                <p14:modId xmlns:p14="http://schemas.microsoft.com/office/powerpoint/2010/main" val="4186666496"/>
              </p:ext>
            </p:extLst>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49B72FF9-A632-4212-6958-1147ADDE85B4}"/>
              </a:ext>
            </a:extLst>
          </p:cNvPr>
          <p:cNvSpPr txBox="1"/>
          <p:nvPr/>
        </p:nvSpPr>
        <p:spPr>
          <a:xfrm>
            <a:off x="648929" y="1214191"/>
            <a:ext cx="3067665"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Hardware Requirements</a:t>
            </a:r>
          </a:p>
        </p:txBody>
      </p:sp>
      <p:sp>
        <p:nvSpPr>
          <p:cNvPr id="6" name="TextBox 5">
            <a:extLst>
              <a:ext uri="{FF2B5EF4-FFF2-40B4-BE49-F238E27FC236}">
                <a16:creationId xmlns:a16="http://schemas.microsoft.com/office/drawing/2014/main" id="{3D51C79B-94BD-7D33-E534-AC5B484A4F34}"/>
              </a:ext>
            </a:extLst>
          </p:cNvPr>
          <p:cNvSpPr txBox="1"/>
          <p:nvPr/>
        </p:nvSpPr>
        <p:spPr>
          <a:xfrm>
            <a:off x="1794388" y="1486922"/>
            <a:ext cx="5776844" cy="1754326"/>
          </a:xfrm>
          <a:prstGeom prst="rect">
            <a:avLst/>
          </a:prstGeom>
          <a:noFill/>
        </p:spPr>
        <p:txBody>
          <a:bodyPr wrap="squar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Processor: Intel i3/i5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RAM: 4 GB minimum (8 GB recommended)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Storage: 256 GB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Internet Connection </a:t>
            </a:r>
          </a:p>
          <a:p>
            <a:pPr marL="742950" lvl="1" indent="-285750">
              <a:buFont typeface="Wingdings" panose="05000000000000000000" pitchFamily="2" charset="2"/>
              <a:buChar char="Ø"/>
            </a:pPr>
            <a:endParaRPr lang="en-IN" dirty="0"/>
          </a:p>
        </p:txBody>
      </p:sp>
      <p:sp>
        <p:nvSpPr>
          <p:cNvPr id="7" name="TextBox 6">
            <a:extLst>
              <a:ext uri="{FF2B5EF4-FFF2-40B4-BE49-F238E27FC236}">
                <a16:creationId xmlns:a16="http://schemas.microsoft.com/office/drawing/2014/main" id="{7AFEAB60-2D50-8221-BAEB-2061817DE5C3}"/>
              </a:ext>
            </a:extLst>
          </p:cNvPr>
          <p:cNvSpPr txBox="1"/>
          <p:nvPr/>
        </p:nvSpPr>
        <p:spPr>
          <a:xfrm>
            <a:off x="648929" y="3114923"/>
            <a:ext cx="28611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Software Requirements</a:t>
            </a:r>
          </a:p>
        </p:txBody>
      </p:sp>
      <p:sp>
        <p:nvSpPr>
          <p:cNvPr id="9" name="TextBox 8">
            <a:extLst>
              <a:ext uri="{FF2B5EF4-FFF2-40B4-BE49-F238E27FC236}">
                <a16:creationId xmlns:a16="http://schemas.microsoft.com/office/drawing/2014/main" id="{FD33D93D-47AC-621A-3F96-A6F1311569DB}"/>
              </a:ext>
            </a:extLst>
          </p:cNvPr>
          <p:cNvSpPr txBox="1"/>
          <p:nvPr/>
        </p:nvSpPr>
        <p:spPr>
          <a:xfrm>
            <a:off x="1794388" y="3722145"/>
            <a:ext cx="5992566" cy="1754326"/>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Operating System: Windows/Linux/MacOS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Programming Language: Python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Frontend: HTML, CSS, JavaScript / React.js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Backend: Flask / </a:t>
            </a:r>
            <a:r>
              <a:rPr lang="en-US" altLang="en-US" dirty="0" err="1">
                <a:latin typeface="Times New Roman" panose="02020603050405020304" pitchFamily="18" charset="0"/>
                <a:cs typeface="Times New Roman" panose="02020603050405020304" pitchFamily="18" charset="0"/>
              </a:rPr>
              <a:t>FastAPI</a:t>
            </a:r>
            <a:r>
              <a:rPr lang="en-US" altLang="en-US" dirty="0">
                <a:latin typeface="Times New Roman" panose="02020603050405020304" pitchFamily="18" charset="0"/>
                <a:cs typeface="Times New Roman" panose="02020603050405020304" pitchFamily="18" charset="0"/>
              </a:rPr>
              <a:t>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Database: MySQL / MongoDB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Tools: VS Code, Git/GitHub, LLM API </a:t>
            </a:r>
          </a:p>
        </p:txBody>
      </p:sp>
    </p:spTree>
    <p:extLst>
      <p:ext uri="{BB962C8B-B14F-4D97-AF65-F5344CB8AC3E}">
        <p14:creationId xmlns:p14="http://schemas.microsoft.com/office/powerpoint/2010/main" val="2486351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54D3-B954-64CE-574B-A94C8BBC7B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D55FE2-2D9D-5139-DF89-69E09FF124CB}"/>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1A4F0F3-26DA-B46C-322C-7F05F96C149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69372" y="2231489"/>
            <a:ext cx="7253255" cy="2468763"/>
          </a:xfrm>
          <a:prstGeom prst="rect">
            <a:avLst/>
          </a:prstGeom>
        </p:spPr>
      </p:pic>
    </p:spTree>
    <p:extLst>
      <p:ext uri="{BB962C8B-B14F-4D97-AF65-F5344CB8AC3E}">
        <p14:creationId xmlns:p14="http://schemas.microsoft.com/office/powerpoint/2010/main" val="4279553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359</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priannam789@gmail.com</dc:creator>
  <cp:lastModifiedBy>adlin mercy</cp:lastModifiedBy>
  <cp:revision>7</cp:revision>
  <dcterms:created xsi:type="dcterms:W3CDTF">2026-07-09T15:38:17Z</dcterms:created>
  <dcterms:modified xsi:type="dcterms:W3CDTF">2026-07-14T05:24:44Z</dcterms:modified>
</cp:coreProperties>
</file>