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1" r:id="rId3"/>
    <p:sldId id="265" r:id="rId4"/>
    <p:sldId id="266" r:id="rId5"/>
    <p:sldId id="262" r:id="rId6"/>
    <p:sldId id="264"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060F4-452C-4446-8769-C81E472F696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32929CC-A5BF-2058-E2CD-EBD4B25F0A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DC4F2C8-A00F-9ACF-AA7A-6251D312BD80}"/>
              </a:ext>
            </a:extLst>
          </p:cNvPr>
          <p:cNvSpPr>
            <a:spLocks noGrp="1"/>
          </p:cNvSpPr>
          <p:nvPr>
            <p:ph type="dt" sz="half" idx="10"/>
          </p:nvPr>
        </p:nvSpPr>
        <p:spPr/>
        <p:txBody>
          <a:bodyPr/>
          <a:lstStyle/>
          <a:p>
            <a:fld id="{341787AB-F6F6-4A0D-B6C9-50DC40A09E4A}" type="datetimeFigureOut">
              <a:rPr lang="en-IN" smtClean="0"/>
              <a:t>04-08-2026</a:t>
            </a:fld>
            <a:endParaRPr lang="en-IN" dirty="0"/>
          </a:p>
        </p:txBody>
      </p:sp>
      <p:sp>
        <p:nvSpPr>
          <p:cNvPr id="5" name="Footer Placeholder 4">
            <a:extLst>
              <a:ext uri="{FF2B5EF4-FFF2-40B4-BE49-F238E27FC236}">
                <a16:creationId xmlns:a16="http://schemas.microsoft.com/office/drawing/2014/main" id="{6156931F-4840-3A1A-C525-C0643A7969A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0AB12F48-6F11-0513-8BAE-2246967B7152}"/>
              </a:ext>
            </a:extLst>
          </p:cNvPr>
          <p:cNvSpPr>
            <a:spLocks noGrp="1"/>
          </p:cNvSpPr>
          <p:nvPr>
            <p:ph type="sldNum" sz="quarter" idx="12"/>
          </p:nvPr>
        </p:nvSpPr>
        <p:spPr/>
        <p:txBody>
          <a:bodyPr/>
          <a:lstStyle/>
          <a:p>
            <a:fld id="{EC6103BE-7330-4E9A-AA54-937BBCDF3AA8}" type="slidenum">
              <a:rPr lang="en-IN" smtClean="0"/>
              <a:t>‹#›</a:t>
            </a:fld>
            <a:endParaRPr lang="en-IN" dirty="0"/>
          </a:p>
        </p:txBody>
      </p:sp>
    </p:spTree>
    <p:extLst>
      <p:ext uri="{BB962C8B-B14F-4D97-AF65-F5344CB8AC3E}">
        <p14:creationId xmlns:p14="http://schemas.microsoft.com/office/powerpoint/2010/main" val="1147017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3B667-4F9D-2407-A82A-999950E7EFA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6385CAC-8DCB-167C-C238-193BEEB5A4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7B2BF4-A33B-B54C-F792-AC99CE3F6CE7}"/>
              </a:ext>
            </a:extLst>
          </p:cNvPr>
          <p:cNvSpPr>
            <a:spLocks noGrp="1"/>
          </p:cNvSpPr>
          <p:nvPr>
            <p:ph type="dt" sz="half" idx="10"/>
          </p:nvPr>
        </p:nvSpPr>
        <p:spPr/>
        <p:txBody>
          <a:bodyPr/>
          <a:lstStyle/>
          <a:p>
            <a:fld id="{341787AB-F6F6-4A0D-B6C9-50DC40A09E4A}" type="datetimeFigureOut">
              <a:rPr lang="en-IN" smtClean="0"/>
              <a:t>04-08-2026</a:t>
            </a:fld>
            <a:endParaRPr lang="en-IN" dirty="0"/>
          </a:p>
        </p:txBody>
      </p:sp>
      <p:sp>
        <p:nvSpPr>
          <p:cNvPr id="5" name="Footer Placeholder 4">
            <a:extLst>
              <a:ext uri="{FF2B5EF4-FFF2-40B4-BE49-F238E27FC236}">
                <a16:creationId xmlns:a16="http://schemas.microsoft.com/office/drawing/2014/main" id="{17AB1598-BE3D-43C8-3A37-931418F17C99}"/>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61DCDF5-1326-E1D3-B08B-4CA5FF9FB6C3}"/>
              </a:ext>
            </a:extLst>
          </p:cNvPr>
          <p:cNvSpPr>
            <a:spLocks noGrp="1"/>
          </p:cNvSpPr>
          <p:nvPr>
            <p:ph type="sldNum" sz="quarter" idx="12"/>
          </p:nvPr>
        </p:nvSpPr>
        <p:spPr/>
        <p:txBody>
          <a:bodyPr/>
          <a:lstStyle/>
          <a:p>
            <a:fld id="{EC6103BE-7330-4E9A-AA54-937BBCDF3AA8}" type="slidenum">
              <a:rPr lang="en-IN" smtClean="0"/>
              <a:t>‹#›</a:t>
            </a:fld>
            <a:endParaRPr lang="en-IN" dirty="0"/>
          </a:p>
        </p:txBody>
      </p:sp>
    </p:spTree>
    <p:extLst>
      <p:ext uri="{BB962C8B-B14F-4D97-AF65-F5344CB8AC3E}">
        <p14:creationId xmlns:p14="http://schemas.microsoft.com/office/powerpoint/2010/main" val="18621619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D7D9E-1DBE-7367-96AC-5890FAFC3D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306E62C-09CA-C51F-2453-9F1E0C9CF22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4256CB-C251-25F9-AE69-FAEA9DB233AA}"/>
              </a:ext>
            </a:extLst>
          </p:cNvPr>
          <p:cNvSpPr>
            <a:spLocks noGrp="1"/>
          </p:cNvSpPr>
          <p:nvPr>
            <p:ph type="dt" sz="half" idx="10"/>
          </p:nvPr>
        </p:nvSpPr>
        <p:spPr/>
        <p:txBody>
          <a:bodyPr/>
          <a:lstStyle/>
          <a:p>
            <a:fld id="{341787AB-F6F6-4A0D-B6C9-50DC40A09E4A}" type="datetimeFigureOut">
              <a:rPr lang="en-IN" smtClean="0"/>
              <a:t>04-08-2026</a:t>
            </a:fld>
            <a:endParaRPr lang="en-IN" dirty="0"/>
          </a:p>
        </p:txBody>
      </p:sp>
      <p:sp>
        <p:nvSpPr>
          <p:cNvPr id="5" name="Footer Placeholder 4">
            <a:extLst>
              <a:ext uri="{FF2B5EF4-FFF2-40B4-BE49-F238E27FC236}">
                <a16:creationId xmlns:a16="http://schemas.microsoft.com/office/drawing/2014/main" id="{9CB7863E-C882-3AFE-431B-980D3BC0501B}"/>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1B04F227-9E57-6575-0ABE-25AEEDC330E5}"/>
              </a:ext>
            </a:extLst>
          </p:cNvPr>
          <p:cNvSpPr>
            <a:spLocks noGrp="1"/>
          </p:cNvSpPr>
          <p:nvPr>
            <p:ph type="sldNum" sz="quarter" idx="12"/>
          </p:nvPr>
        </p:nvSpPr>
        <p:spPr/>
        <p:txBody>
          <a:bodyPr/>
          <a:lstStyle/>
          <a:p>
            <a:fld id="{EC6103BE-7330-4E9A-AA54-937BBCDF3AA8}" type="slidenum">
              <a:rPr lang="en-IN" smtClean="0"/>
              <a:t>‹#›</a:t>
            </a:fld>
            <a:endParaRPr lang="en-IN" dirty="0"/>
          </a:p>
        </p:txBody>
      </p:sp>
    </p:spTree>
    <p:extLst>
      <p:ext uri="{BB962C8B-B14F-4D97-AF65-F5344CB8AC3E}">
        <p14:creationId xmlns:p14="http://schemas.microsoft.com/office/powerpoint/2010/main" val="35228647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1FD1C-A0C3-8E7A-4883-D5453DFBC37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FA6B386-C8CF-F739-F72C-F767094065A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2413B1A-8223-8502-F220-6D13FE29DF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B72A079-D96D-7492-472C-D22752F5E63A}"/>
              </a:ext>
            </a:extLst>
          </p:cNvPr>
          <p:cNvSpPr>
            <a:spLocks noGrp="1"/>
          </p:cNvSpPr>
          <p:nvPr>
            <p:ph type="dt" sz="half" idx="10"/>
          </p:nvPr>
        </p:nvSpPr>
        <p:spPr/>
        <p:txBody>
          <a:bodyPr/>
          <a:lstStyle/>
          <a:p>
            <a:fld id="{341787AB-F6F6-4A0D-B6C9-50DC40A09E4A}" type="datetimeFigureOut">
              <a:rPr lang="en-IN" smtClean="0"/>
              <a:t>04-08-2026</a:t>
            </a:fld>
            <a:endParaRPr lang="en-IN" dirty="0"/>
          </a:p>
        </p:txBody>
      </p:sp>
      <p:sp>
        <p:nvSpPr>
          <p:cNvPr id="6" name="Footer Placeholder 5">
            <a:extLst>
              <a:ext uri="{FF2B5EF4-FFF2-40B4-BE49-F238E27FC236}">
                <a16:creationId xmlns:a16="http://schemas.microsoft.com/office/drawing/2014/main" id="{E3E4A522-37EF-D19E-FD47-1E030792B1D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B50190D0-5718-7114-51F4-F7AEAB9F4AE7}"/>
              </a:ext>
            </a:extLst>
          </p:cNvPr>
          <p:cNvSpPr>
            <a:spLocks noGrp="1"/>
          </p:cNvSpPr>
          <p:nvPr>
            <p:ph type="sldNum" sz="quarter" idx="12"/>
          </p:nvPr>
        </p:nvSpPr>
        <p:spPr/>
        <p:txBody>
          <a:bodyPr/>
          <a:lstStyle/>
          <a:p>
            <a:fld id="{EC6103BE-7330-4E9A-AA54-937BBCDF3AA8}" type="slidenum">
              <a:rPr lang="en-IN" smtClean="0"/>
              <a:t>‹#›</a:t>
            </a:fld>
            <a:endParaRPr lang="en-IN" dirty="0"/>
          </a:p>
        </p:txBody>
      </p:sp>
    </p:spTree>
    <p:extLst>
      <p:ext uri="{BB962C8B-B14F-4D97-AF65-F5344CB8AC3E}">
        <p14:creationId xmlns:p14="http://schemas.microsoft.com/office/powerpoint/2010/main" val="53112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F4191-A765-0D45-8B3E-B9C4F0F0CD1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9276AE-287E-E5C9-5CE6-E4948B0835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1790AC-1C3D-EDD4-7D82-823F88012D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F84DBF2-52AB-C38F-622F-9F17D9965E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632F899-7625-9FEC-D545-A6675291C43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629D3E-2E00-A795-2E6F-248371EF77B4}"/>
              </a:ext>
            </a:extLst>
          </p:cNvPr>
          <p:cNvSpPr>
            <a:spLocks noGrp="1"/>
          </p:cNvSpPr>
          <p:nvPr>
            <p:ph type="dt" sz="half" idx="10"/>
          </p:nvPr>
        </p:nvSpPr>
        <p:spPr/>
        <p:txBody>
          <a:bodyPr/>
          <a:lstStyle/>
          <a:p>
            <a:fld id="{341787AB-F6F6-4A0D-B6C9-50DC40A09E4A}" type="datetimeFigureOut">
              <a:rPr lang="en-IN" smtClean="0"/>
              <a:t>04-08-2026</a:t>
            </a:fld>
            <a:endParaRPr lang="en-IN" dirty="0"/>
          </a:p>
        </p:txBody>
      </p:sp>
      <p:sp>
        <p:nvSpPr>
          <p:cNvPr id="8" name="Footer Placeholder 7">
            <a:extLst>
              <a:ext uri="{FF2B5EF4-FFF2-40B4-BE49-F238E27FC236}">
                <a16:creationId xmlns:a16="http://schemas.microsoft.com/office/drawing/2014/main" id="{C382ED25-24EB-B13A-9BC2-8B3E94525087}"/>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7B15750D-4760-0DA0-EC67-57B9AE49A070}"/>
              </a:ext>
            </a:extLst>
          </p:cNvPr>
          <p:cNvSpPr>
            <a:spLocks noGrp="1"/>
          </p:cNvSpPr>
          <p:nvPr>
            <p:ph type="sldNum" sz="quarter" idx="12"/>
          </p:nvPr>
        </p:nvSpPr>
        <p:spPr/>
        <p:txBody>
          <a:bodyPr/>
          <a:lstStyle/>
          <a:p>
            <a:fld id="{EC6103BE-7330-4E9A-AA54-937BBCDF3AA8}" type="slidenum">
              <a:rPr lang="en-IN" smtClean="0"/>
              <a:t>‹#›</a:t>
            </a:fld>
            <a:endParaRPr lang="en-IN" dirty="0"/>
          </a:p>
        </p:txBody>
      </p:sp>
    </p:spTree>
    <p:extLst>
      <p:ext uri="{BB962C8B-B14F-4D97-AF65-F5344CB8AC3E}">
        <p14:creationId xmlns:p14="http://schemas.microsoft.com/office/powerpoint/2010/main" val="3426527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31409-BBC7-4FB1-4452-4F8DC9D93F1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F7458E0-780E-DFDA-3B74-FFA597A1D1B0}"/>
              </a:ext>
            </a:extLst>
          </p:cNvPr>
          <p:cNvSpPr>
            <a:spLocks noGrp="1"/>
          </p:cNvSpPr>
          <p:nvPr>
            <p:ph type="dt" sz="half" idx="10"/>
          </p:nvPr>
        </p:nvSpPr>
        <p:spPr/>
        <p:txBody>
          <a:bodyPr/>
          <a:lstStyle/>
          <a:p>
            <a:fld id="{341787AB-F6F6-4A0D-B6C9-50DC40A09E4A}" type="datetimeFigureOut">
              <a:rPr lang="en-IN" smtClean="0"/>
              <a:t>04-08-2026</a:t>
            </a:fld>
            <a:endParaRPr lang="en-IN" dirty="0"/>
          </a:p>
        </p:txBody>
      </p:sp>
      <p:sp>
        <p:nvSpPr>
          <p:cNvPr id="4" name="Footer Placeholder 3">
            <a:extLst>
              <a:ext uri="{FF2B5EF4-FFF2-40B4-BE49-F238E27FC236}">
                <a16:creationId xmlns:a16="http://schemas.microsoft.com/office/drawing/2014/main" id="{B1E2A35F-A70F-F4C5-880A-EEE8A51B133F}"/>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9D215537-C387-6F70-4905-CFF2FE0FB0DD}"/>
              </a:ext>
            </a:extLst>
          </p:cNvPr>
          <p:cNvSpPr>
            <a:spLocks noGrp="1"/>
          </p:cNvSpPr>
          <p:nvPr>
            <p:ph type="sldNum" sz="quarter" idx="12"/>
          </p:nvPr>
        </p:nvSpPr>
        <p:spPr/>
        <p:txBody>
          <a:bodyPr/>
          <a:lstStyle/>
          <a:p>
            <a:fld id="{EC6103BE-7330-4E9A-AA54-937BBCDF3AA8}" type="slidenum">
              <a:rPr lang="en-IN" smtClean="0"/>
              <a:t>‹#›</a:t>
            </a:fld>
            <a:endParaRPr lang="en-IN" dirty="0"/>
          </a:p>
        </p:txBody>
      </p:sp>
    </p:spTree>
    <p:extLst>
      <p:ext uri="{BB962C8B-B14F-4D97-AF65-F5344CB8AC3E}">
        <p14:creationId xmlns:p14="http://schemas.microsoft.com/office/powerpoint/2010/main" val="576661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426FA5-E063-0CED-7C60-DB666E39809B}"/>
              </a:ext>
            </a:extLst>
          </p:cNvPr>
          <p:cNvSpPr>
            <a:spLocks noGrp="1"/>
          </p:cNvSpPr>
          <p:nvPr>
            <p:ph type="dt" sz="half" idx="10"/>
          </p:nvPr>
        </p:nvSpPr>
        <p:spPr/>
        <p:txBody>
          <a:bodyPr/>
          <a:lstStyle/>
          <a:p>
            <a:fld id="{341787AB-F6F6-4A0D-B6C9-50DC40A09E4A}" type="datetimeFigureOut">
              <a:rPr lang="en-IN" smtClean="0"/>
              <a:t>04-08-2026</a:t>
            </a:fld>
            <a:endParaRPr lang="en-IN" dirty="0"/>
          </a:p>
        </p:txBody>
      </p:sp>
      <p:sp>
        <p:nvSpPr>
          <p:cNvPr id="3" name="Footer Placeholder 2">
            <a:extLst>
              <a:ext uri="{FF2B5EF4-FFF2-40B4-BE49-F238E27FC236}">
                <a16:creationId xmlns:a16="http://schemas.microsoft.com/office/drawing/2014/main" id="{A48BA9FC-779A-2DB8-9909-9F101F35516C}"/>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04AE7A58-29F7-E60E-1B58-D748A03B94E4}"/>
              </a:ext>
            </a:extLst>
          </p:cNvPr>
          <p:cNvSpPr>
            <a:spLocks noGrp="1"/>
          </p:cNvSpPr>
          <p:nvPr>
            <p:ph type="sldNum" sz="quarter" idx="12"/>
          </p:nvPr>
        </p:nvSpPr>
        <p:spPr/>
        <p:txBody>
          <a:bodyPr/>
          <a:lstStyle/>
          <a:p>
            <a:fld id="{EC6103BE-7330-4E9A-AA54-937BBCDF3AA8}" type="slidenum">
              <a:rPr lang="en-IN" smtClean="0"/>
              <a:t>‹#›</a:t>
            </a:fld>
            <a:endParaRPr lang="en-IN" dirty="0"/>
          </a:p>
        </p:txBody>
      </p:sp>
    </p:spTree>
    <p:extLst>
      <p:ext uri="{BB962C8B-B14F-4D97-AF65-F5344CB8AC3E}">
        <p14:creationId xmlns:p14="http://schemas.microsoft.com/office/powerpoint/2010/main" val="304040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959D4-B2AA-8D73-4BC6-A137CA43B0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D3857E7-0667-377A-085E-30610ECE8E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7EC92C0-3318-315D-95B9-0F75F1FF40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9ECB10-29D5-1EB7-7307-8A1511C5A449}"/>
              </a:ext>
            </a:extLst>
          </p:cNvPr>
          <p:cNvSpPr>
            <a:spLocks noGrp="1"/>
          </p:cNvSpPr>
          <p:nvPr>
            <p:ph type="dt" sz="half" idx="10"/>
          </p:nvPr>
        </p:nvSpPr>
        <p:spPr/>
        <p:txBody>
          <a:bodyPr/>
          <a:lstStyle/>
          <a:p>
            <a:fld id="{341787AB-F6F6-4A0D-B6C9-50DC40A09E4A}" type="datetimeFigureOut">
              <a:rPr lang="en-IN" smtClean="0"/>
              <a:t>04-08-2026</a:t>
            </a:fld>
            <a:endParaRPr lang="en-IN" dirty="0"/>
          </a:p>
        </p:txBody>
      </p:sp>
      <p:sp>
        <p:nvSpPr>
          <p:cNvPr id="6" name="Footer Placeholder 5">
            <a:extLst>
              <a:ext uri="{FF2B5EF4-FFF2-40B4-BE49-F238E27FC236}">
                <a16:creationId xmlns:a16="http://schemas.microsoft.com/office/drawing/2014/main" id="{E6A21C7F-582E-DA50-640A-AF110CEB5A7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5A7BE6A4-E70A-3E0C-F9A3-515267BE848E}"/>
              </a:ext>
            </a:extLst>
          </p:cNvPr>
          <p:cNvSpPr>
            <a:spLocks noGrp="1"/>
          </p:cNvSpPr>
          <p:nvPr>
            <p:ph type="sldNum" sz="quarter" idx="12"/>
          </p:nvPr>
        </p:nvSpPr>
        <p:spPr/>
        <p:txBody>
          <a:bodyPr/>
          <a:lstStyle/>
          <a:p>
            <a:fld id="{EC6103BE-7330-4E9A-AA54-937BBCDF3AA8}" type="slidenum">
              <a:rPr lang="en-IN" smtClean="0"/>
              <a:t>‹#›</a:t>
            </a:fld>
            <a:endParaRPr lang="en-IN" dirty="0"/>
          </a:p>
        </p:txBody>
      </p:sp>
    </p:spTree>
    <p:extLst>
      <p:ext uri="{BB962C8B-B14F-4D97-AF65-F5344CB8AC3E}">
        <p14:creationId xmlns:p14="http://schemas.microsoft.com/office/powerpoint/2010/main" val="3284139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C8ADC-D819-0F48-AE9E-25603583BD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F1532B4-DFF2-2CF7-AD11-28EA04D985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2DC63C06-F1D9-E4E8-74B5-2A18A8546B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9D2063-4505-9154-4ADD-74168AE1FF3A}"/>
              </a:ext>
            </a:extLst>
          </p:cNvPr>
          <p:cNvSpPr>
            <a:spLocks noGrp="1"/>
          </p:cNvSpPr>
          <p:nvPr>
            <p:ph type="dt" sz="half" idx="10"/>
          </p:nvPr>
        </p:nvSpPr>
        <p:spPr/>
        <p:txBody>
          <a:bodyPr/>
          <a:lstStyle/>
          <a:p>
            <a:fld id="{341787AB-F6F6-4A0D-B6C9-50DC40A09E4A}" type="datetimeFigureOut">
              <a:rPr lang="en-IN" smtClean="0"/>
              <a:t>04-08-2026</a:t>
            </a:fld>
            <a:endParaRPr lang="en-IN" dirty="0"/>
          </a:p>
        </p:txBody>
      </p:sp>
      <p:sp>
        <p:nvSpPr>
          <p:cNvPr id="6" name="Footer Placeholder 5">
            <a:extLst>
              <a:ext uri="{FF2B5EF4-FFF2-40B4-BE49-F238E27FC236}">
                <a16:creationId xmlns:a16="http://schemas.microsoft.com/office/drawing/2014/main" id="{EB3A8CB5-A41C-BA4E-71ED-719696998890}"/>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48A85981-D274-24CD-D412-74ACC0DD961C}"/>
              </a:ext>
            </a:extLst>
          </p:cNvPr>
          <p:cNvSpPr>
            <a:spLocks noGrp="1"/>
          </p:cNvSpPr>
          <p:nvPr>
            <p:ph type="sldNum" sz="quarter" idx="12"/>
          </p:nvPr>
        </p:nvSpPr>
        <p:spPr/>
        <p:txBody>
          <a:bodyPr/>
          <a:lstStyle/>
          <a:p>
            <a:fld id="{EC6103BE-7330-4E9A-AA54-937BBCDF3AA8}" type="slidenum">
              <a:rPr lang="en-IN" smtClean="0"/>
              <a:t>‹#›</a:t>
            </a:fld>
            <a:endParaRPr lang="en-IN" dirty="0"/>
          </a:p>
        </p:txBody>
      </p:sp>
    </p:spTree>
    <p:extLst>
      <p:ext uri="{BB962C8B-B14F-4D97-AF65-F5344CB8AC3E}">
        <p14:creationId xmlns:p14="http://schemas.microsoft.com/office/powerpoint/2010/main" val="34197394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2CF02-7FDB-935E-0448-806013B14F5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E237403-9424-AA56-E29E-2D74381062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AE67FA-BF95-E165-AFE6-98F40723A96E}"/>
              </a:ext>
            </a:extLst>
          </p:cNvPr>
          <p:cNvSpPr>
            <a:spLocks noGrp="1"/>
          </p:cNvSpPr>
          <p:nvPr>
            <p:ph type="dt" sz="half" idx="10"/>
          </p:nvPr>
        </p:nvSpPr>
        <p:spPr/>
        <p:txBody>
          <a:bodyPr/>
          <a:lstStyle/>
          <a:p>
            <a:fld id="{341787AB-F6F6-4A0D-B6C9-50DC40A09E4A}" type="datetimeFigureOut">
              <a:rPr lang="en-IN" smtClean="0"/>
              <a:t>04-08-2026</a:t>
            </a:fld>
            <a:endParaRPr lang="en-IN" dirty="0"/>
          </a:p>
        </p:txBody>
      </p:sp>
      <p:sp>
        <p:nvSpPr>
          <p:cNvPr id="5" name="Footer Placeholder 4">
            <a:extLst>
              <a:ext uri="{FF2B5EF4-FFF2-40B4-BE49-F238E27FC236}">
                <a16:creationId xmlns:a16="http://schemas.microsoft.com/office/drawing/2014/main" id="{28F7FD14-62E4-4F17-FF47-48AFD5A8317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EF0830C0-F77C-F44C-2A9F-DE5E8E79D37F}"/>
              </a:ext>
            </a:extLst>
          </p:cNvPr>
          <p:cNvSpPr>
            <a:spLocks noGrp="1"/>
          </p:cNvSpPr>
          <p:nvPr>
            <p:ph type="sldNum" sz="quarter" idx="12"/>
          </p:nvPr>
        </p:nvSpPr>
        <p:spPr/>
        <p:txBody>
          <a:bodyPr/>
          <a:lstStyle/>
          <a:p>
            <a:fld id="{EC6103BE-7330-4E9A-AA54-937BBCDF3AA8}" type="slidenum">
              <a:rPr lang="en-IN" smtClean="0"/>
              <a:t>‹#›</a:t>
            </a:fld>
            <a:endParaRPr lang="en-IN" dirty="0"/>
          </a:p>
        </p:txBody>
      </p:sp>
    </p:spTree>
    <p:extLst>
      <p:ext uri="{BB962C8B-B14F-4D97-AF65-F5344CB8AC3E}">
        <p14:creationId xmlns:p14="http://schemas.microsoft.com/office/powerpoint/2010/main" val="2538222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764AB9-7856-017F-EE49-01C817F40FA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BD0B80C-7AAF-CA14-D62A-D36FAD0D7F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49CFC52-9485-6E46-B229-7801DC980487}"/>
              </a:ext>
            </a:extLst>
          </p:cNvPr>
          <p:cNvSpPr>
            <a:spLocks noGrp="1"/>
          </p:cNvSpPr>
          <p:nvPr>
            <p:ph type="dt" sz="half" idx="10"/>
          </p:nvPr>
        </p:nvSpPr>
        <p:spPr/>
        <p:txBody>
          <a:bodyPr/>
          <a:lstStyle/>
          <a:p>
            <a:fld id="{341787AB-F6F6-4A0D-B6C9-50DC40A09E4A}" type="datetimeFigureOut">
              <a:rPr lang="en-IN" smtClean="0"/>
              <a:t>04-08-2026</a:t>
            </a:fld>
            <a:endParaRPr lang="en-IN" dirty="0"/>
          </a:p>
        </p:txBody>
      </p:sp>
      <p:sp>
        <p:nvSpPr>
          <p:cNvPr id="5" name="Footer Placeholder 4">
            <a:extLst>
              <a:ext uri="{FF2B5EF4-FFF2-40B4-BE49-F238E27FC236}">
                <a16:creationId xmlns:a16="http://schemas.microsoft.com/office/drawing/2014/main" id="{12351E62-D389-B7C0-FF5B-021C07B6E325}"/>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3C8CDCDE-A6F4-D44F-2619-3D1519F8BB86}"/>
              </a:ext>
            </a:extLst>
          </p:cNvPr>
          <p:cNvSpPr>
            <a:spLocks noGrp="1"/>
          </p:cNvSpPr>
          <p:nvPr>
            <p:ph type="sldNum" sz="quarter" idx="12"/>
          </p:nvPr>
        </p:nvSpPr>
        <p:spPr/>
        <p:txBody>
          <a:bodyPr/>
          <a:lstStyle/>
          <a:p>
            <a:fld id="{EC6103BE-7330-4E9A-AA54-937BBCDF3AA8}" type="slidenum">
              <a:rPr lang="en-IN" smtClean="0"/>
              <a:t>‹#›</a:t>
            </a:fld>
            <a:endParaRPr lang="en-IN" dirty="0"/>
          </a:p>
        </p:txBody>
      </p:sp>
    </p:spTree>
    <p:extLst>
      <p:ext uri="{BB962C8B-B14F-4D97-AF65-F5344CB8AC3E}">
        <p14:creationId xmlns:p14="http://schemas.microsoft.com/office/powerpoint/2010/main" val="25916779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0ED1C3-C406-51D9-BF6B-2D57E4E7BB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D2ECD11-705B-D96F-1B2D-473F25DF01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A36A12-345A-BF10-786C-791D864438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41787AB-F6F6-4A0D-B6C9-50DC40A09E4A}" type="datetimeFigureOut">
              <a:rPr lang="en-IN" smtClean="0"/>
              <a:t>04-08-2026</a:t>
            </a:fld>
            <a:endParaRPr lang="en-IN" dirty="0"/>
          </a:p>
        </p:txBody>
      </p:sp>
      <p:sp>
        <p:nvSpPr>
          <p:cNvPr id="5" name="Footer Placeholder 4">
            <a:extLst>
              <a:ext uri="{FF2B5EF4-FFF2-40B4-BE49-F238E27FC236}">
                <a16:creationId xmlns:a16="http://schemas.microsoft.com/office/drawing/2014/main" id="{CB68EDD1-6CDD-7CC4-1113-13DD25A722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dirty="0"/>
          </a:p>
        </p:txBody>
      </p:sp>
      <p:sp>
        <p:nvSpPr>
          <p:cNvPr id="6" name="Slide Number Placeholder 5">
            <a:extLst>
              <a:ext uri="{FF2B5EF4-FFF2-40B4-BE49-F238E27FC236}">
                <a16:creationId xmlns:a16="http://schemas.microsoft.com/office/drawing/2014/main" id="{9753BBC0-C51C-9AB0-4148-245B63392F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C6103BE-7330-4E9A-AA54-937BBCDF3AA8}" type="slidenum">
              <a:rPr lang="en-IN" smtClean="0"/>
              <a:t>‹#›</a:t>
            </a:fld>
            <a:endParaRPr lang="en-IN" dirty="0"/>
          </a:p>
        </p:txBody>
      </p:sp>
    </p:spTree>
    <p:extLst>
      <p:ext uri="{BB962C8B-B14F-4D97-AF65-F5344CB8AC3E}">
        <p14:creationId xmlns:p14="http://schemas.microsoft.com/office/powerpoint/2010/main" val="3064426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www.publicdomainpictures.net/en/view-image.php?image=228270&amp;picture=thank-you" TargetMode="External"/><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641C5BF-C0EF-0299-9CDE-EF61BCFBD350}"/>
              </a:ext>
            </a:extLst>
          </p:cNvPr>
          <p:cNvSpPr/>
          <p:nvPr/>
        </p:nvSpPr>
        <p:spPr>
          <a:xfrm>
            <a:off x="401483" y="503215"/>
            <a:ext cx="11090788" cy="586985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dirty="0"/>
          </a:p>
        </p:txBody>
      </p:sp>
      <p:sp>
        <p:nvSpPr>
          <p:cNvPr id="4" name="TextBox 3">
            <a:extLst>
              <a:ext uri="{FF2B5EF4-FFF2-40B4-BE49-F238E27FC236}">
                <a16:creationId xmlns:a16="http://schemas.microsoft.com/office/drawing/2014/main" id="{72974E99-F5B0-AA92-C10A-776F44B3A75F}"/>
              </a:ext>
            </a:extLst>
          </p:cNvPr>
          <p:cNvSpPr txBox="1"/>
          <p:nvPr/>
        </p:nvSpPr>
        <p:spPr>
          <a:xfrm>
            <a:off x="471948" y="717755"/>
            <a:ext cx="11090787" cy="584775"/>
          </a:xfrm>
          <a:prstGeom prst="rect">
            <a:avLst/>
          </a:prstGeom>
          <a:noFill/>
        </p:spPr>
        <p:txBody>
          <a:bodyPr wrap="square" rtlCol="0">
            <a:spAutoFit/>
          </a:bodyPr>
          <a:lstStyle/>
          <a:p>
            <a:pPr algn="ctr"/>
            <a:r>
              <a:rPr lang="en-US" sz="3200" b="1" dirty="0">
                <a:latin typeface="Times New Roman" pitchFamily="18" charset="0"/>
                <a:cs typeface="Times New Roman" pitchFamily="18" charset="0"/>
              </a:rPr>
              <a:t>Sardar Raja College Of Engineering</a:t>
            </a:r>
            <a:endParaRPr lang="en-IN" sz="3200" b="1" dirty="0"/>
          </a:p>
        </p:txBody>
      </p:sp>
      <p:sp>
        <p:nvSpPr>
          <p:cNvPr id="5" name="TextBox 4">
            <a:extLst>
              <a:ext uri="{FF2B5EF4-FFF2-40B4-BE49-F238E27FC236}">
                <a16:creationId xmlns:a16="http://schemas.microsoft.com/office/drawing/2014/main" id="{898CCC73-235F-494D-8B37-80DEE75BF63F}"/>
              </a:ext>
            </a:extLst>
          </p:cNvPr>
          <p:cNvSpPr txBox="1"/>
          <p:nvPr/>
        </p:nvSpPr>
        <p:spPr>
          <a:xfrm>
            <a:off x="562077" y="1546731"/>
            <a:ext cx="11090787" cy="1953868"/>
          </a:xfrm>
          <a:prstGeom prst="rect">
            <a:avLst/>
          </a:prstGeom>
          <a:noFill/>
        </p:spPr>
        <p:txBody>
          <a:bodyPr wrap="square" rtlCol="0">
            <a:spAutoFit/>
          </a:bodyPr>
          <a:lstStyle/>
          <a:p>
            <a:pPr algn="ctr">
              <a:lnSpc>
                <a:spcPct val="150000"/>
              </a:lnSpc>
            </a:pPr>
            <a:r>
              <a:rPr lang="en-IN" sz="2800" b="1" dirty="0">
                <a:latin typeface="Times New Roman" panose="02020603050405020304" pitchFamily="18" charset="0"/>
                <a:cs typeface="Times New Roman" panose="02020603050405020304" pitchFamily="18" charset="0"/>
              </a:rPr>
              <a:t>Department Of Artificial Intelligence and Data Science</a:t>
            </a:r>
          </a:p>
          <a:p>
            <a:pPr algn="ctr">
              <a:lnSpc>
                <a:spcPct val="150000"/>
              </a:lnSpc>
            </a:pPr>
            <a:r>
              <a:rPr lang="en-US" sz="2800" dirty="0">
                <a:latin typeface="Times New Roman" panose="02020603050405020304" pitchFamily="18" charset="0"/>
                <a:cs typeface="Times New Roman" panose="02020603050405020304" pitchFamily="18" charset="0"/>
              </a:rPr>
              <a:t>AI-Powered Intelligent Software Development Assistant Using Large Language Models</a:t>
            </a:r>
            <a:endParaRPr lang="en-IN" sz="28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211973F-594C-CBC9-6BEF-79702F1CF8CE}"/>
              </a:ext>
            </a:extLst>
          </p:cNvPr>
          <p:cNvSpPr txBox="1"/>
          <p:nvPr/>
        </p:nvSpPr>
        <p:spPr>
          <a:xfrm>
            <a:off x="562077" y="4405934"/>
            <a:ext cx="5201265" cy="1052660"/>
          </a:xfrm>
          <a:prstGeom prst="rect">
            <a:avLst/>
          </a:prstGeom>
          <a:noFill/>
        </p:spPr>
        <p:txBody>
          <a:bodyPr wrap="square" rtlCol="0">
            <a:spAutoFit/>
          </a:bodyPr>
          <a:lstStyle/>
          <a:p>
            <a:pPr>
              <a:lnSpc>
                <a:spcPct val="150000"/>
              </a:lnSpc>
            </a:pPr>
            <a:r>
              <a:rPr lang="en-IN" sz="2400" b="1" dirty="0">
                <a:latin typeface="Times New Roman" panose="02020603050405020304" pitchFamily="18" charset="0"/>
                <a:cs typeface="Times New Roman" panose="02020603050405020304" pitchFamily="18" charset="0"/>
              </a:rPr>
              <a:t>Guide name :</a:t>
            </a:r>
            <a:br>
              <a:rPr lang="en-IN" sz="2400" b="1"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Prof. N.Sindhu AP/AI&amp;DS</a:t>
            </a:r>
          </a:p>
        </p:txBody>
      </p:sp>
      <p:sp>
        <p:nvSpPr>
          <p:cNvPr id="7" name="TextBox 6">
            <a:extLst>
              <a:ext uri="{FF2B5EF4-FFF2-40B4-BE49-F238E27FC236}">
                <a16:creationId xmlns:a16="http://schemas.microsoft.com/office/drawing/2014/main" id="{05EB3D25-5F85-DA89-7920-866FD494A2EF}"/>
              </a:ext>
            </a:extLst>
          </p:cNvPr>
          <p:cNvSpPr txBox="1"/>
          <p:nvPr/>
        </p:nvSpPr>
        <p:spPr>
          <a:xfrm>
            <a:off x="6789173" y="4424937"/>
            <a:ext cx="5024285" cy="1938992"/>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TEAM MEMBERS:</a:t>
            </a:r>
          </a:p>
          <a:p>
            <a:r>
              <a:rPr lang="en-IN" sz="2000" dirty="0">
                <a:latin typeface="Times New Roman" panose="02020603050405020304" pitchFamily="18" charset="0"/>
                <a:cs typeface="Times New Roman" panose="02020603050405020304" pitchFamily="18" charset="0"/>
              </a:rPr>
              <a:t>M.Adlin mercy   – 952723243002</a:t>
            </a:r>
          </a:p>
          <a:p>
            <a:r>
              <a:rPr lang="en-IN" sz="2000" dirty="0">
                <a:latin typeface="Times New Roman" panose="02020603050405020304" pitchFamily="18" charset="0"/>
                <a:ea typeface="Calibri" panose="020F0502020204030204" pitchFamily="34" charset="0"/>
                <a:cs typeface="Times New Roman" panose="02020603050405020304" pitchFamily="18" charset="0"/>
              </a:rPr>
              <a:t>A.Anusuya          </a:t>
            </a:r>
            <a:r>
              <a:rPr lang="en-IN" sz="2000"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ea typeface="Calibri" panose="020F0502020204030204" pitchFamily="34"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952723243005</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M.Mahalakshmi – 952723243017</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7138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4DA24-C3C4-AE5E-7024-F15ED7D9A49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E295A81-A350-F0A6-450A-5A5B4A0580FD}"/>
              </a:ext>
            </a:extLst>
          </p:cNvPr>
          <p:cNvSpPr/>
          <p:nvPr/>
        </p:nvSpPr>
        <p:spPr>
          <a:xfrm>
            <a:off x="550606" y="540086"/>
            <a:ext cx="11090788" cy="586985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Box 1">
            <a:extLst>
              <a:ext uri="{FF2B5EF4-FFF2-40B4-BE49-F238E27FC236}">
                <a16:creationId xmlns:a16="http://schemas.microsoft.com/office/drawing/2014/main" id="{B8368D09-8A92-C16A-7E6E-E16D8A1C05E0}"/>
              </a:ext>
            </a:extLst>
          </p:cNvPr>
          <p:cNvSpPr txBox="1"/>
          <p:nvPr/>
        </p:nvSpPr>
        <p:spPr>
          <a:xfrm>
            <a:off x="934062" y="852386"/>
            <a:ext cx="10249047" cy="523220"/>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Abstract</a:t>
            </a:r>
          </a:p>
        </p:txBody>
      </p:sp>
      <p:sp>
        <p:nvSpPr>
          <p:cNvPr id="4" name="TextBox 3">
            <a:extLst>
              <a:ext uri="{FF2B5EF4-FFF2-40B4-BE49-F238E27FC236}">
                <a16:creationId xmlns:a16="http://schemas.microsoft.com/office/drawing/2014/main" id="{D75A2360-1F88-FB4C-4F37-B241EC7E18CC}"/>
              </a:ext>
            </a:extLst>
          </p:cNvPr>
          <p:cNvSpPr txBox="1"/>
          <p:nvPr/>
        </p:nvSpPr>
        <p:spPr>
          <a:xfrm>
            <a:off x="1107948" y="1718668"/>
            <a:ext cx="9976104" cy="3089564"/>
          </a:xfrm>
          <a:prstGeom prst="rect">
            <a:avLst/>
          </a:prstGeom>
          <a:noFill/>
        </p:spPr>
        <p:txBody>
          <a:bodyPr wrap="square" rtlCol="0">
            <a:spAutoFit/>
          </a:bodyPr>
          <a:lstStyle/>
          <a:p>
            <a:pPr algn="just">
              <a:lnSpc>
                <a:spcPct val="150000"/>
              </a:lnSpc>
            </a:pPr>
            <a:r>
              <a:rPr lang="en-IN" sz="24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proposed project, "AI-Powered Intelligent Software Development Assistant Using LLM," aims to assist developers throughout the software development process. The system uses AI to analyze software requirements, generate code, detect and debug errors, explain code, review code quality, and generate technical documentation. By integrating these features into a single platform, the proposed solution reduces development time, improves code quality, and enhances developer productivity. The project is inspired by recent research on trustworthy AI software development assistants and extends it by providing a practical AI-powered development environment for modern software engineering.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87537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CBFD1-8FAD-E929-98A2-7BEF3B0B64D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0AD9C4E-83F4-F61C-4803-B68FFD6E9ACC}"/>
              </a:ext>
            </a:extLst>
          </p:cNvPr>
          <p:cNvSpPr/>
          <p:nvPr/>
        </p:nvSpPr>
        <p:spPr>
          <a:xfrm>
            <a:off x="550605" y="421214"/>
            <a:ext cx="11090788" cy="586985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extBox 3">
            <a:extLst>
              <a:ext uri="{FF2B5EF4-FFF2-40B4-BE49-F238E27FC236}">
                <a16:creationId xmlns:a16="http://schemas.microsoft.com/office/drawing/2014/main" id="{E4C77B98-CE21-B425-D703-C822E712912C}"/>
              </a:ext>
            </a:extLst>
          </p:cNvPr>
          <p:cNvSpPr txBox="1"/>
          <p:nvPr/>
        </p:nvSpPr>
        <p:spPr>
          <a:xfrm>
            <a:off x="700743" y="1061524"/>
            <a:ext cx="9674941" cy="4734951"/>
          </a:xfrm>
          <a:prstGeom prst="rect">
            <a:avLst/>
          </a:prstGeom>
          <a:noFill/>
        </p:spPr>
        <p:txBody>
          <a:bodyPr wrap="square" rtlCol="0">
            <a:sp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Existing System:</a:t>
            </a:r>
          </a:p>
          <a:p>
            <a:pPr algn="just">
              <a:lnSpc>
                <a:spcPct val="150000"/>
              </a:lnSpc>
            </a:pPr>
            <a:r>
              <a:rPr lang="en-US" dirty="0">
                <a:latin typeface="Times New Roman" panose="02020603050405020304" pitchFamily="18" charset="0"/>
                <a:cs typeface="Times New Roman" panose="02020603050405020304" pitchFamily="18" charset="0"/>
              </a:rPr>
              <a:t>     Existing AI software assistants use LLMs to help developers with code generation, code completion, and debugging. They mainly support individual coding tasks but do not cover the complete software development process.</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sz="2400" b="1" dirty="0">
                <a:latin typeface="Times New Roman" panose="02020603050405020304" pitchFamily="18" charset="0"/>
                <a:cs typeface="Times New Roman" panose="02020603050405020304" pitchFamily="18" charset="0"/>
              </a:rPr>
              <a:t>Disadvantages:</a:t>
            </a:r>
            <a:endParaRPr lang="en-US" sz="24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AI-generated code may have errors and security problems. </a:t>
            </a:r>
          </a:p>
          <a:p>
            <a:pPr marL="342900" indent="-34290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Existing AI tools do not fully understand software quality and project requirements. </a:t>
            </a:r>
          </a:p>
          <a:p>
            <a:pPr algn="just">
              <a:lnSpc>
                <a:spcPct val="150000"/>
              </a:lnSpc>
            </a:pPr>
            <a:r>
              <a:rPr lang="en-IN" sz="2400" dirty="0">
                <a:latin typeface="Times New Roman" panose="02020603050405020304" pitchFamily="18" charset="0"/>
                <a:cs typeface="Times New Roman" panose="02020603050405020304" pitchFamily="18" charset="0"/>
              </a:rPr>
              <a:t>	</a:t>
            </a:r>
            <a:endParaRPr lang="en-US" sz="2400" b="1" dirty="0"/>
          </a:p>
          <a:p>
            <a:pPr algn="just">
              <a:lnSpc>
                <a:spcPct val="150000"/>
              </a:lnSpc>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198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26578-1A39-D1E8-5ABC-626B240DBD6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24A25D8-B958-5954-1154-05A13A49A78B}"/>
              </a:ext>
            </a:extLst>
          </p:cNvPr>
          <p:cNvSpPr/>
          <p:nvPr/>
        </p:nvSpPr>
        <p:spPr>
          <a:xfrm>
            <a:off x="550606" y="494071"/>
            <a:ext cx="11090788" cy="586985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extBox 3">
            <a:extLst>
              <a:ext uri="{FF2B5EF4-FFF2-40B4-BE49-F238E27FC236}">
                <a16:creationId xmlns:a16="http://schemas.microsoft.com/office/drawing/2014/main" id="{87588827-5462-20F7-3714-210FF486C659}"/>
              </a:ext>
            </a:extLst>
          </p:cNvPr>
          <p:cNvSpPr txBox="1"/>
          <p:nvPr/>
        </p:nvSpPr>
        <p:spPr>
          <a:xfrm>
            <a:off x="719031" y="1041451"/>
            <a:ext cx="10249047" cy="4457952"/>
          </a:xfrm>
          <a:prstGeom prst="rect">
            <a:avLst/>
          </a:prstGeom>
          <a:noFill/>
        </p:spPr>
        <p:txBody>
          <a:bodyPr wrap="square" rtlCol="0">
            <a:spAutoFit/>
          </a:bodyPr>
          <a:lstStyle/>
          <a:p>
            <a:pPr>
              <a:lnSpc>
                <a:spcPct val="150000"/>
              </a:lnSpc>
            </a:pPr>
            <a:r>
              <a:rPr lang="en-US" sz="2400" b="1" dirty="0">
                <a:latin typeface="Times New Roman" panose="02020603050405020304" pitchFamily="18" charset="0"/>
                <a:cs typeface="Times New Roman" panose="02020603050405020304" pitchFamily="18" charset="0"/>
              </a:rPr>
              <a:t>Proposed System:</a:t>
            </a:r>
          </a:p>
          <a:p>
            <a:pPr algn="just">
              <a:lnSpc>
                <a:spcPct val="150000"/>
              </a:lnSpc>
            </a:pPr>
            <a:r>
              <a:rPr lang="en-US" sz="24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proposed system provides an AI-based software development assistant that supports the complete software development process, including requirement analysis, code generation, testing, and quality improvement.</a:t>
            </a:r>
          </a:p>
          <a:p>
            <a:pPr algn="just">
              <a:lnSpc>
                <a:spcPct val="150000"/>
              </a:lnSpc>
            </a:pP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b="1" dirty="0">
                <a:latin typeface="Times New Roman" panose="02020603050405020304" pitchFamily="18" charset="0"/>
                <a:cs typeface="Times New Roman" panose="02020603050405020304" pitchFamily="18" charset="0"/>
              </a:rPr>
              <a:t>Advantages:</a:t>
            </a:r>
            <a:endParaRPr lang="en-US" sz="24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Provides more reliable and high-quality software development support. </a:t>
            </a:r>
          </a:p>
          <a:p>
            <a:pPr marL="342900" indent="-34290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Reduces coding errors and improves developer productivity.</a:t>
            </a:r>
          </a:p>
          <a:p>
            <a:pPr algn="just">
              <a:lnSpc>
                <a:spcPct val="150000"/>
              </a:lnSpc>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99474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51402-2BBE-B03F-A09F-2B69349D1C3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052B96A-4E1F-20E3-51B0-9E23606F68C7}"/>
              </a:ext>
            </a:extLst>
          </p:cNvPr>
          <p:cNvSpPr/>
          <p:nvPr/>
        </p:nvSpPr>
        <p:spPr>
          <a:xfrm>
            <a:off x="550606" y="580104"/>
            <a:ext cx="11090788" cy="586985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Box 1">
            <a:extLst>
              <a:ext uri="{FF2B5EF4-FFF2-40B4-BE49-F238E27FC236}">
                <a16:creationId xmlns:a16="http://schemas.microsoft.com/office/drawing/2014/main" id="{BB238419-9A86-9EEE-B03B-14852303306F}"/>
              </a:ext>
            </a:extLst>
          </p:cNvPr>
          <p:cNvSpPr txBox="1"/>
          <p:nvPr/>
        </p:nvSpPr>
        <p:spPr>
          <a:xfrm>
            <a:off x="648929" y="671739"/>
            <a:ext cx="10884310"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System Requirements</a:t>
            </a:r>
          </a:p>
        </p:txBody>
      </p:sp>
      <p:graphicFrame>
        <p:nvGraphicFramePr>
          <p:cNvPr id="10" name="Table 9">
            <a:extLst>
              <a:ext uri="{FF2B5EF4-FFF2-40B4-BE49-F238E27FC236}">
                <a16:creationId xmlns:a16="http://schemas.microsoft.com/office/drawing/2014/main" id="{4B4EBC36-C3C6-61B9-85B7-34C6232C63BA}"/>
              </a:ext>
            </a:extLst>
          </p:cNvPr>
          <p:cNvGraphicFramePr>
            <a:graphicFrameLocks noGrp="1"/>
          </p:cNvGraphicFramePr>
          <p:nvPr>
            <p:extLst>
              <p:ext uri="{D42A27DB-BD31-4B8C-83A1-F6EECF244321}">
                <p14:modId xmlns:p14="http://schemas.microsoft.com/office/powerpoint/2010/main" val="4186666496"/>
              </p:ext>
            </p:extLst>
          </p:nvPr>
        </p:nvGraphicFramePr>
        <p:xfrm>
          <a:off x="8337755" y="2615381"/>
          <a:ext cx="3038168" cy="2074606"/>
        </p:xfrm>
        <a:graphic>
          <a:graphicData uri="http://schemas.openxmlformats.org/drawingml/2006/table">
            <a:tbl>
              <a:tblPr>
                <a:tableStyleId>{2D5ABB26-0587-4C30-8999-92F81FD0307C}</a:tableStyleId>
              </a:tblPr>
              <a:tblGrid>
                <a:gridCol w="3038168">
                  <a:extLst>
                    <a:ext uri="{9D8B030D-6E8A-4147-A177-3AD203B41FA5}">
                      <a16:colId xmlns:a16="http://schemas.microsoft.com/office/drawing/2014/main" val="2749298888"/>
                    </a:ext>
                  </a:extLst>
                </a:gridCol>
              </a:tblGrid>
              <a:tr h="2074606">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11162065"/>
                  </a:ext>
                </a:extLst>
              </a:tr>
            </a:tbl>
          </a:graphicData>
        </a:graphic>
      </p:graphicFrame>
      <p:sp>
        <p:nvSpPr>
          <p:cNvPr id="5" name="TextBox 4">
            <a:extLst>
              <a:ext uri="{FF2B5EF4-FFF2-40B4-BE49-F238E27FC236}">
                <a16:creationId xmlns:a16="http://schemas.microsoft.com/office/drawing/2014/main" id="{49B72FF9-A632-4212-6958-1147ADDE85B4}"/>
              </a:ext>
            </a:extLst>
          </p:cNvPr>
          <p:cNvSpPr txBox="1"/>
          <p:nvPr/>
        </p:nvSpPr>
        <p:spPr>
          <a:xfrm>
            <a:off x="648929" y="1214191"/>
            <a:ext cx="3067665"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Hardware Requirements</a:t>
            </a:r>
          </a:p>
        </p:txBody>
      </p:sp>
      <p:sp>
        <p:nvSpPr>
          <p:cNvPr id="6" name="TextBox 5">
            <a:extLst>
              <a:ext uri="{FF2B5EF4-FFF2-40B4-BE49-F238E27FC236}">
                <a16:creationId xmlns:a16="http://schemas.microsoft.com/office/drawing/2014/main" id="{3D51C79B-94BD-7D33-E534-AC5B484A4F34}"/>
              </a:ext>
            </a:extLst>
          </p:cNvPr>
          <p:cNvSpPr txBox="1"/>
          <p:nvPr/>
        </p:nvSpPr>
        <p:spPr>
          <a:xfrm>
            <a:off x="1794388" y="1486922"/>
            <a:ext cx="5776844" cy="1754326"/>
          </a:xfrm>
          <a:prstGeom prst="rect">
            <a:avLst/>
          </a:prstGeom>
          <a:noFill/>
        </p:spPr>
        <p:txBody>
          <a:bodyPr wrap="square" rtlCol="0">
            <a:spAutoFit/>
          </a:bodyPr>
          <a:lstStyle/>
          <a:p>
            <a:pPr lvl="0" eaLnBrk="0" fontAlgn="base" hangingPunct="0">
              <a:spcBef>
                <a:spcPct val="0"/>
              </a:spcBef>
              <a:spcAft>
                <a:spcPct val="0"/>
              </a:spcAft>
            </a:pPr>
            <a:endParaRPr lang="en-US" altLang="en-US" dirty="0">
              <a:latin typeface="Arial" panose="020B0604020202020204" pitchFamily="34" charset="0"/>
            </a:endParaRP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Processor: Intel i3/i5 or above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RAM: 4 GB minimum (8 GB recommended)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Storage: 256 GB or above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Internet Connection </a:t>
            </a:r>
          </a:p>
          <a:p>
            <a:pPr marL="742950" lvl="1" indent="-285750">
              <a:buFont typeface="Wingdings" panose="05000000000000000000" pitchFamily="2" charset="2"/>
              <a:buChar char="Ø"/>
            </a:pPr>
            <a:endParaRPr lang="en-IN" dirty="0"/>
          </a:p>
        </p:txBody>
      </p:sp>
      <p:sp>
        <p:nvSpPr>
          <p:cNvPr id="7" name="TextBox 6">
            <a:extLst>
              <a:ext uri="{FF2B5EF4-FFF2-40B4-BE49-F238E27FC236}">
                <a16:creationId xmlns:a16="http://schemas.microsoft.com/office/drawing/2014/main" id="{7AFEAB60-2D50-8221-BAEB-2061817DE5C3}"/>
              </a:ext>
            </a:extLst>
          </p:cNvPr>
          <p:cNvSpPr txBox="1"/>
          <p:nvPr/>
        </p:nvSpPr>
        <p:spPr>
          <a:xfrm>
            <a:off x="648929" y="3114923"/>
            <a:ext cx="2861187"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Software Requirements</a:t>
            </a:r>
          </a:p>
        </p:txBody>
      </p:sp>
      <p:sp>
        <p:nvSpPr>
          <p:cNvPr id="9" name="TextBox 8">
            <a:extLst>
              <a:ext uri="{FF2B5EF4-FFF2-40B4-BE49-F238E27FC236}">
                <a16:creationId xmlns:a16="http://schemas.microsoft.com/office/drawing/2014/main" id="{FD33D93D-47AC-621A-3F96-A6F1311569DB}"/>
              </a:ext>
            </a:extLst>
          </p:cNvPr>
          <p:cNvSpPr txBox="1"/>
          <p:nvPr/>
        </p:nvSpPr>
        <p:spPr>
          <a:xfrm>
            <a:off x="1794388" y="3722145"/>
            <a:ext cx="5992566" cy="1754326"/>
          </a:xfrm>
          <a:prstGeom prst="rect">
            <a:avLst/>
          </a:prstGeom>
          <a:noFill/>
        </p:spPr>
        <p:txBody>
          <a:bodyPr wrap="square" rtlCol="0">
            <a:spAutoFit/>
          </a:bodyPr>
          <a:lstStyle/>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Operating System: Windows/Linux/MacOS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Programming Language: Python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Frontend: HTML, CSS, JavaScript / React.js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Backend: Flask / FastAPI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Database: MySQL / MongoDB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Tools: VS Code, Git/GitHub, LLM API </a:t>
            </a:r>
          </a:p>
        </p:txBody>
      </p:sp>
    </p:spTree>
    <p:extLst>
      <p:ext uri="{BB962C8B-B14F-4D97-AF65-F5344CB8AC3E}">
        <p14:creationId xmlns:p14="http://schemas.microsoft.com/office/powerpoint/2010/main" val="24863513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654D3-B954-64CE-574B-A94C8BBC7BC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CD55FE2-2D9D-5139-DF89-69E09FF124CB}"/>
              </a:ext>
            </a:extLst>
          </p:cNvPr>
          <p:cNvSpPr/>
          <p:nvPr/>
        </p:nvSpPr>
        <p:spPr>
          <a:xfrm>
            <a:off x="550606" y="530942"/>
            <a:ext cx="11090788" cy="586985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5" name="Picture 4">
            <a:extLst>
              <a:ext uri="{FF2B5EF4-FFF2-40B4-BE49-F238E27FC236}">
                <a16:creationId xmlns:a16="http://schemas.microsoft.com/office/drawing/2014/main" id="{A1A4F0F3-26DA-B46C-322C-7F05F96C1497}"/>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469372" y="2231489"/>
            <a:ext cx="7253255" cy="2468763"/>
          </a:xfrm>
          <a:prstGeom prst="rect">
            <a:avLst/>
          </a:prstGeom>
        </p:spPr>
      </p:pic>
    </p:spTree>
    <p:extLst>
      <p:ext uri="{BB962C8B-B14F-4D97-AF65-F5344CB8AC3E}">
        <p14:creationId xmlns:p14="http://schemas.microsoft.com/office/powerpoint/2010/main" val="42795534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219</TotalTime>
  <Words>357</Words>
  <Application>Microsoft Office PowerPoint</Application>
  <PresentationFormat>Widescreen</PresentationFormat>
  <Paragraphs>36</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Aptos</vt:lpstr>
      <vt:lpstr>Aptos Display</vt:lpstr>
      <vt:lpstr>Arial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priannam789@gmail.com</dc:creator>
  <cp:lastModifiedBy>adlin mercy</cp:lastModifiedBy>
  <cp:revision>8</cp:revision>
  <dcterms:created xsi:type="dcterms:W3CDTF">2026-07-09T15:38:17Z</dcterms:created>
  <dcterms:modified xsi:type="dcterms:W3CDTF">2026-08-04T09:53:22Z</dcterms:modified>
</cp:coreProperties>
</file>