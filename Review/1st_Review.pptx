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66" r:id="rId4"/>
    <p:sldId id="262" r:id="rId5"/>
    <p:sldId id="265" r:id="rId6"/>
    <p:sldId id="264"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060F4-452C-4446-8769-C81E472F69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32929CC-A5BF-2058-E2CD-EBD4B25F0A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DC4F2C8-A00F-9ACF-AA7A-6251D312BD80}"/>
              </a:ext>
            </a:extLst>
          </p:cNvPr>
          <p:cNvSpPr>
            <a:spLocks noGrp="1"/>
          </p:cNvSpPr>
          <p:nvPr>
            <p:ph type="dt" sz="half" idx="10"/>
          </p:nvPr>
        </p:nvSpPr>
        <p:spPr/>
        <p:txBody>
          <a:bodyPr/>
          <a:lstStyle/>
          <a:p>
            <a:fld id="{341787AB-F6F6-4A0D-B6C9-50DC40A09E4A}" type="datetimeFigureOut">
              <a:rPr lang="en-IN" smtClean="0"/>
              <a:t>11-08-2026</a:t>
            </a:fld>
            <a:endParaRPr lang="en-IN"/>
          </a:p>
        </p:txBody>
      </p:sp>
      <p:sp>
        <p:nvSpPr>
          <p:cNvPr id="5" name="Footer Placeholder 4">
            <a:extLst>
              <a:ext uri="{FF2B5EF4-FFF2-40B4-BE49-F238E27FC236}">
                <a16:creationId xmlns:a16="http://schemas.microsoft.com/office/drawing/2014/main" id="{6156931F-4840-3A1A-C525-C0643A7969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B12F48-6F11-0513-8BAE-2246967B7152}"/>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1147017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3B667-4F9D-2407-A82A-999950E7EF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6385CAC-8DCB-167C-C238-193BEEB5A4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7B2BF4-A33B-B54C-F792-AC99CE3F6CE7}"/>
              </a:ext>
            </a:extLst>
          </p:cNvPr>
          <p:cNvSpPr>
            <a:spLocks noGrp="1"/>
          </p:cNvSpPr>
          <p:nvPr>
            <p:ph type="dt" sz="half" idx="10"/>
          </p:nvPr>
        </p:nvSpPr>
        <p:spPr/>
        <p:txBody>
          <a:bodyPr/>
          <a:lstStyle/>
          <a:p>
            <a:fld id="{341787AB-F6F6-4A0D-B6C9-50DC40A09E4A}" type="datetimeFigureOut">
              <a:rPr lang="en-IN" smtClean="0"/>
              <a:t>11-08-2026</a:t>
            </a:fld>
            <a:endParaRPr lang="en-IN"/>
          </a:p>
        </p:txBody>
      </p:sp>
      <p:sp>
        <p:nvSpPr>
          <p:cNvPr id="5" name="Footer Placeholder 4">
            <a:extLst>
              <a:ext uri="{FF2B5EF4-FFF2-40B4-BE49-F238E27FC236}">
                <a16:creationId xmlns:a16="http://schemas.microsoft.com/office/drawing/2014/main" id="{17AB1598-BE3D-43C8-3A37-931418F17C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1DCDF5-1326-E1D3-B08B-4CA5FF9FB6C3}"/>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1862161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D7D9E-1DBE-7367-96AC-5890FAFC3D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306E62C-09CA-C51F-2453-9F1E0C9CF2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4256CB-C251-25F9-AE69-FAEA9DB233AA}"/>
              </a:ext>
            </a:extLst>
          </p:cNvPr>
          <p:cNvSpPr>
            <a:spLocks noGrp="1"/>
          </p:cNvSpPr>
          <p:nvPr>
            <p:ph type="dt" sz="half" idx="10"/>
          </p:nvPr>
        </p:nvSpPr>
        <p:spPr/>
        <p:txBody>
          <a:bodyPr/>
          <a:lstStyle/>
          <a:p>
            <a:fld id="{341787AB-F6F6-4A0D-B6C9-50DC40A09E4A}" type="datetimeFigureOut">
              <a:rPr lang="en-IN" smtClean="0"/>
              <a:t>11-08-2026</a:t>
            </a:fld>
            <a:endParaRPr lang="en-IN"/>
          </a:p>
        </p:txBody>
      </p:sp>
      <p:sp>
        <p:nvSpPr>
          <p:cNvPr id="5" name="Footer Placeholder 4">
            <a:extLst>
              <a:ext uri="{FF2B5EF4-FFF2-40B4-BE49-F238E27FC236}">
                <a16:creationId xmlns:a16="http://schemas.microsoft.com/office/drawing/2014/main" id="{9CB7863E-C882-3AFE-431B-980D3BC050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04F227-9E57-6575-0ABE-25AEEDC330E5}"/>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35228647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1FD1C-A0C3-8E7A-4883-D5453DFBC37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FA6B386-C8CF-F739-F72C-F767094065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2413B1A-8223-8502-F220-6D13FE29DF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B72A079-D96D-7492-472C-D22752F5E63A}"/>
              </a:ext>
            </a:extLst>
          </p:cNvPr>
          <p:cNvSpPr>
            <a:spLocks noGrp="1"/>
          </p:cNvSpPr>
          <p:nvPr>
            <p:ph type="dt" sz="half" idx="10"/>
          </p:nvPr>
        </p:nvSpPr>
        <p:spPr/>
        <p:txBody>
          <a:bodyPr/>
          <a:lstStyle/>
          <a:p>
            <a:fld id="{341787AB-F6F6-4A0D-B6C9-50DC40A09E4A}" type="datetimeFigureOut">
              <a:rPr lang="en-IN" smtClean="0"/>
              <a:t>11-08-2026</a:t>
            </a:fld>
            <a:endParaRPr lang="en-IN"/>
          </a:p>
        </p:txBody>
      </p:sp>
      <p:sp>
        <p:nvSpPr>
          <p:cNvPr id="6" name="Footer Placeholder 5">
            <a:extLst>
              <a:ext uri="{FF2B5EF4-FFF2-40B4-BE49-F238E27FC236}">
                <a16:creationId xmlns:a16="http://schemas.microsoft.com/office/drawing/2014/main" id="{E3E4A522-37EF-D19E-FD47-1E030792B1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0190D0-5718-7114-51F4-F7AEAB9F4AE7}"/>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53112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F4191-A765-0D45-8B3E-B9C4F0F0CD1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9276AE-287E-E5C9-5CE6-E4948B0835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1790AC-1C3D-EDD4-7D82-823F88012D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F84DBF2-52AB-C38F-622F-9F17D9965E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632F899-7625-9FEC-D545-A6675291C43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629D3E-2E00-A795-2E6F-248371EF77B4}"/>
              </a:ext>
            </a:extLst>
          </p:cNvPr>
          <p:cNvSpPr>
            <a:spLocks noGrp="1"/>
          </p:cNvSpPr>
          <p:nvPr>
            <p:ph type="dt" sz="half" idx="10"/>
          </p:nvPr>
        </p:nvSpPr>
        <p:spPr/>
        <p:txBody>
          <a:bodyPr/>
          <a:lstStyle/>
          <a:p>
            <a:fld id="{341787AB-F6F6-4A0D-B6C9-50DC40A09E4A}" type="datetimeFigureOut">
              <a:rPr lang="en-IN" smtClean="0"/>
              <a:t>11-08-2026</a:t>
            </a:fld>
            <a:endParaRPr lang="en-IN"/>
          </a:p>
        </p:txBody>
      </p:sp>
      <p:sp>
        <p:nvSpPr>
          <p:cNvPr id="8" name="Footer Placeholder 7">
            <a:extLst>
              <a:ext uri="{FF2B5EF4-FFF2-40B4-BE49-F238E27FC236}">
                <a16:creationId xmlns:a16="http://schemas.microsoft.com/office/drawing/2014/main" id="{C382ED25-24EB-B13A-9BC2-8B3E9452508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B15750D-4760-0DA0-EC67-57B9AE49A070}"/>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3426527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31409-BBC7-4FB1-4452-4F8DC9D93F1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F7458E0-780E-DFDA-3B74-FFA597A1D1B0}"/>
              </a:ext>
            </a:extLst>
          </p:cNvPr>
          <p:cNvSpPr>
            <a:spLocks noGrp="1"/>
          </p:cNvSpPr>
          <p:nvPr>
            <p:ph type="dt" sz="half" idx="10"/>
          </p:nvPr>
        </p:nvSpPr>
        <p:spPr/>
        <p:txBody>
          <a:bodyPr/>
          <a:lstStyle/>
          <a:p>
            <a:fld id="{341787AB-F6F6-4A0D-B6C9-50DC40A09E4A}" type="datetimeFigureOut">
              <a:rPr lang="en-IN" smtClean="0"/>
              <a:t>11-08-2026</a:t>
            </a:fld>
            <a:endParaRPr lang="en-IN"/>
          </a:p>
        </p:txBody>
      </p:sp>
      <p:sp>
        <p:nvSpPr>
          <p:cNvPr id="4" name="Footer Placeholder 3">
            <a:extLst>
              <a:ext uri="{FF2B5EF4-FFF2-40B4-BE49-F238E27FC236}">
                <a16:creationId xmlns:a16="http://schemas.microsoft.com/office/drawing/2014/main" id="{B1E2A35F-A70F-F4C5-880A-EEE8A51B133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D215537-C387-6F70-4905-CFF2FE0FB0DD}"/>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576661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426FA5-E063-0CED-7C60-DB666E39809B}"/>
              </a:ext>
            </a:extLst>
          </p:cNvPr>
          <p:cNvSpPr>
            <a:spLocks noGrp="1"/>
          </p:cNvSpPr>
          <p:nvPr>
            <p:ph type="dt" sz="half" idx="10"/>
          </p:nvPr>
        </p:nvSpPr>
        <p:spPr/>
        <p:txBody>
          <a:bodyPr/>
          <a:lstStyle/>
          <a:p>
            <a:fld id="{341787AB-F6F6-4A0D-B6C9-50DC40A09E4A}" type="datetimeFigureOut">
              <a:rPr lang="en-IN" smtClean="0"/>
              <a:t>11-08-2026</a:t>
            </a:fld>
            <a:endParaRPr lang="en-IN"/>
          </a:p>
        </p:txBody>
      </p:sp>
      <p:sp>
        <p:nvSpPr>
          <p:cNvPr id="3" name="Footer Placeholder 2">
            <a:extLst>
              <a:ext uri="{FF2B5EF4-FFF2-40B4-BE49-F238E27FC236}">
                <a16:creationId xmlns:a16="http://schemas.microsoft.com/office/drawing/2014/main" id="{A48BA9FC-779A-2DB8-9909-9F101F35516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4AE7A58-29F7-E60E-1B58-D748A03B94E4}"/>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304040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959D4-B2AA-8D73-4BC6-A137CA43B0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D3857E7-0667-377A-085E-30610ECE8E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7EC92C0-3318-315D-95B9-0F75F1FF40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9ECB10-29D5-1EB7-7307-8A1511C5A449}"/>
              </a:ext>
            </a:extLst>
          </p:cNvPr>
          <p:cNvSpPr>
            <a:spLocks noGrp="1"/>
          </p:cNvSpPr>
          <p:nvPr>
            <p:ph type="dt" sz="half" idx="10"/>
          </p:nvPr>
        </p:nvSpPr>
        <p:spPr/>
        <p:txBody>
          <a:bodyPr/>
          <a:lstStyle/>
          <a:p>
            <a:fld id="{341787AB-F6F6-4A0D-B6C9-50DC40A09E4A}" type="datetimeFigureOut">
              <a:rPr lang="en-IN" smtClean="0"/>
              <a:t>11-08-2026</a:t>
            </a:fld>
            <a:endParaRPr lang="en-IN"/>
          </a:p>
        </p:txBody>
      </p:sp>
      <p:sp>
        <p:nvSpPr>
          <p:cNvPr id="6" name="Footer Placeholder 5">
            <a:extLst>
              <a:ext uri="{FF2B5EF4-FFF2-40B4-BE49-F238E27FC236}">
                <a16:creationId xmlns:a16="http://schemas.microsoft.com/office/drawing/2014/main" id="{E6A21C7F-582E-DA50-640A-AF110CEB5A7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7BE6A4-E70A-3E0C-F9A3-515267BE848E}"/>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3284139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C8ADC-D819-0F48-AE9E-25603583BD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F1532B4-DFF2-2CF7-AD11-28EA04D985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DC63C06-F1D9-E4E8-74B5-2A18A8546B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9D2063-4505-9154-4ADD-74168AE1FF3A}"/>
              </a:ext>
            </a:extLst>
          </p:cNvPr>
          <p:cNvSpPr>
            <a:spLocks noGrp="1"/>
          </p:cNvSpPr>
          <p:nvPr>
            <p:ph type="dt" sz="half" idx="10"/>
          </p:nvPr>
        </p:nvSpPr>
        <p:spPr/>
        <p:txBody>
          <a:bodyPr/>
          <a:lstStyle/>
          <a:p>
            <a:fld id="{341787AB-F6F6-4A0D-B6C9-50DC40A09E4A}" type="datetimeFigureOut">
              <a:rPr lang="en-IN" smtClean="0"/>
              <a:t>11-08-2026</a:t>
            </a:fld>
            <a:endParaRPr lang="en-IN"/>
          </a:p>
        </p:txBody>
      </p:sp>
      <p:sp>
        <p:nvSpPr>
          <p:cNvPr id="6" name="Footer Placeholder 5">
            <a:extLst>
              <a:ext uri="{FF2B5EF4-FFF2-40B4-BE49-F238E27FC236}">
                <a16:creationId xmlns:a16="http://schemas.microsoft.com/office/drawing/2014/main" id="{EB3A8CB5-A41C-BA4E-71ED-7196969988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A85981-D274-24CD-D412-74ACC0DD961C}"/>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34197394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2CF02-7FDB-935E-0448-806013B14F5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E237403-9424-AA56-E29E-2D74381062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AE67FA-BF95-E165-AFE6-98F40723A96E}"/>
              </a:ext>
            </a:extLst>
          </p:cNvPr>
          <p:cNvSpPr>
            <a:spLocks noGrp="1"/>
          </p:cNvSpPr>
          <p:nvPr>
            <p:ph type="dt" sz="half" idx="10"/>
          </p:nvPr>
        </p:nvSpPr>
        <p:spPr/>
        <p:txBody>
          <a:bodyPr/>
          <a:lstStyle/>
          <a:p>
            <a:fld id="{341787AB-F6F6-4A0D-B6C9-50DC40A09E4A}" type="datetimeFigureOut">
              <a:rPr lang="en-IN" smtClean="0"/>
              <a:t>11-08-2026</a:t>
            </a:fld>
            <a:endParaRPr lang="en-IN"/>
          </a:p>
        </p:txBody>
      </p:sp>
      <p:sp>
        <p:nvSpPr>
          <p:cNvPr id="5" name="Footer Placeholder 4">
            <a:extLst>
              <a:ext uri="{FF2B5EF4-FFF2-40B4-BE49-F238E27FC236}">
                <a16:creationId xmlns:a16="http://schemas.microsoft.com/office/drawing/2014/main" id="{28F7FD14-62E4-4F17-FF47-48AFD5A831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0830C0-F77C-F44C-2A9F-DE5E8E79D37F}"/>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2538222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764AB9-7856-017F-EE49-01C817F40FA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BD0B80C-7AAF-CA14-D62A-D36FAD0D7F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9CFC52-9485-6E46-B229-7801DC980487}"/>
              </a:ext>
            </a:extLst>
          </p:cNvPr>
          <p:cNvSpPr>
            <a:spLocks noGrp="1"/>
          </p:cNvSpPr>
          <p:nvPr>
            <p:ph type="dt" sz="half" idx="10"/>
          </p:nvPr>
        </p:nvSpPr>
        <p:spPr/>
        <p:txBody>
          <a:bodyPr/>
          <a:lstStyle/>
          <a:p>
            <a:fld id="{341787AB-F6F6-4A0D-B6C9-50DC40A09E4A}" type="datetimeFigureOut">
              <a:rPr lang="en-IN" smtClean="0"/>
              <a:t>11-08-2026</a:t>
            </a:fld>
            <a:endParaRPr lang="en-IN"/>
          </a:p>
        </p:txBody>
      </p:sp>
      <p:sp>
        <p:nvSpPr>
          <p:cNvPr id="5" name="Footer Placeholder 4">
            <a:extLst>
              <a:ext uri="{FF2B5EF4-FFF2-40B4-BE49-F238E27FC236}">
                <a16:creationId xmlns:a16="http://schemas.microsoft.com/office/drawing/2014/main" id="{12351E62-D389-B7C0-FF5B-021C07B6E3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8CDCDE-A6F4-D44F-2619-3D1519F8BB86}"/>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2591677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0ED1C3-C406-51D9-BF6B-2D57E4E7BB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D2ECD11-705B-D96F-1B2D-473F25DF01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A36A12-345A-BF10-786C-791D864438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1787AB-F6F6-4A0D-B6C9-50DC40A09E4A}" type="datetimeFigureOut">
              <a:rPr lang="en-IN" smtClean="0"/>
              <a:t>11-08-2026</a:t>
            </a:fld>
            <a:endParaRPr lang="en-IN"/>
          </a:p>
        </p:txBody>
      </p:sp>
      <p:sp>
        <p:nvSpPr>
          <p:cNvPr id="5" name="Footer Placeholder 4">
            <a:extLst>
              <a:ext uri="{FF2B5EF4-FFF2-40B4-BE49-F238E27FC236}">
                <a16:creationId xmlns:a16="http://schemas.microsoft.com/office/drawing/2014/main" id="{CB68EDD1-6CDD-7CC4-1113-13DD25A722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753BBC0-C51C-9AB0-4148-245B63392F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C6103BE-7330-4E9A-AA54-937BBCDF3AA8}" type="slidenum">
              <a:rPr lang="en-IN" smtClean="0"/>
              <a:t>‹#›</a:t>
            </a:fld>
            <a:endParaRPr lang="en-IN"/>
          </a:p>
        </p:txBody>
      </p:sp>
    </p:spTree>
    <p:extLst>
      <p:ext uri="{BB962C8B-B14F-4D97-AF65-F5344CB8AC3E}">
        <p14:creationId xmlns:p14="http://schemas.microsoft.com/office/powerpoint/2010/main" val="3064426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641C5BF-C0EF-0299-9CDE-EF61BCFBD350}"/>
              </a:ext>
            </a:extLst>
          </p:cNvPr>
          <p:cNvSpPr/>
          <p:nvPr/>
        </p:nvSpPr>
        <p:spPr>
          <a:xfrm>
            <a:off x="550606" y="530942"/>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dirty="0"/>
          </a:p>
        </p:txBody>
      </p:sp>
      <p:sp>
        <p:nvSpPr>
          <p:cNvPr id="5" name="TextBox 4">
            <a:extLst>
              <a:ext uri="{FF2B5EF4-FFF2-40B4-BE49-F238E27FC236}">
                <a16:creationId xmlns:a16="http://schemas.microsoft.com/office/drawing/2014/main" id="{898CCC73-235F-494D-8B37-80DEE75BF63F}"/>
              </a:ext>
            </a:extLst>
          </p:cNvPr>
          <p:cNvSpPr txBox="1"/>
          <p:nvPr/>
        </p:nvSpPr>
        <p:spPr>
          <a:xfrm>
            <a:off x="550606" y="2025446"/>
            <a:ext cx="11090787" cy="1953868"/>
          </a:xfrm>
          <a:prstGeom prst="rect">
            <a:avLst/>
          </a:prstGeom>
          <a:noFill/>
        </p:spPr>
        <p:txBody>
          <a:bodyPr wrap="square" rtlCol="0">
            <a:spAutoFit/>
          </a:bodyPr>
          <a:lstStyle/>
          <a:p>
            <a:pPr algn="ctr">
              <a:lnSpc>
                <a:spcPct val="150000"/>
              </a:lnSpc>
            </a:pPr>
            <a:r>
              <a:rPr lang="en-IN" sz="2800" b="1" dirty="0">
                <a:latin typeface="Times New Roman" panose="02020603050405020304" pitchFamily="18" charset="0"/>
                <a:cs typeface="Times New Roman" panose="02020603050405020304" pitchFamily="18" charset="0"/>
              </a:rPr>
              <a:t>Department Of Artificial Intelligence &amp; Data Science</a:t>
            </a:r>
          </a:p>
          <a:p>
            <a:pPr algn="ctr">
              <a:lnSpc>
                <a:spcPct val="150000"/>
              </a:lnSpc>
            </a:pPr>
            <a:r>
              <a:rPr lang="en-US" sz="2800" dirty="0">
                <a:latin typeface="Times New Roman" panose="02020603050405020304" pitchFamily="18" charset="0"/>
                <a:cs typeface="Times New Roman" panose="02020603050405020304" pitchFamily="18" charset="0"/>
              </a:rPr>
              <a:t>AI-Powered Intelligent Software Development Assistant Using LLM</a:t>
            </a:r>
            <a:endParaRPr lang="en-IN" sz="2800" dirty="0">
              <a:latin typeface="Times New Roman" panose="02020603050405020304" pitchFamily="18" charset="0"/>
              <a:cs typeface="Times New Roman" panose="02020603050405020304" pitchFamily="18" charset="0"/>
            </a:endParaRPr>
          </a:p>
          <a:p>
            <a:pPr algn="ctr">
              <a:lnSpc>
                <a:spcPct val="150000"/>
              </a:lnSpc>
            </a:pPr>
            <a:endParaRPr lang="en-IN" sz="28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211973F-594C-CBC9-6BEF-79702F1CF8CE}"/>
              </a:ext>
            </a:extLst>
          </p:cNvPr>
          <p:cNvSpPr txBox="1"/>
          <p:nvPr/>
        </p:nvSpPr>
        <p:spPr>
          <a:xfrm>
            <a:off x="1268364" y="3832124"/>
            <a:ext cx="5201265" cy="1052660"/>
          </a:xfrm>
          <a:prstGeom prst="rect">
            <a:avLst/>
          </a:prstGeom>
          <a:noFill/>
        </p:spPr>
        <p:txBody>
          <a:bodyPr wrap="square" rtlCol="0">
            <a:spAutoFit/>
          </a:bodyPr>
          <a:lstStyle/>
          <a:p>
            <a:pPr>
              <a:lnSpc>
                <a:spcPct val="150000"/>
              </a:lnSpc>
            </a:pPr>
            <a:r>
              <a:rPr lang="en-IN" sz="2400" b="1" dirty="0">
                <a:latin typeface="Times New Roman" panose="02020603050405020304" pitchFamily="18" charset="0"/>
                <a:cs typeface="Times New Roman" panose="02020603050405020304" pitchFamily="18" charset="0"/>
              </a:rPr>
              <a:t>Guide name :</a:t>
            </a:r>
            <a:br>
              <a:rPr lang="en-IN" sz="2400" b="1"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Prof. N.Sindhu AP/AI&amp;DS</a:t>
            </a:r>
          </a:p>
        </p:txBody>
      </p:sp>
      <p:sp>
        <p:nvSpPr>
          <p:cNvPr id="7" name="TextBox 6">
            <a:extLst>
              <a:ext uri="{FF2B5EF4-FFF2-40B4-BE49-F238E27FC236}">
                <a16:creationId xmlns:a16="http://schemas.microsoft.com/office/drawing/2014/main" id="{05EB3D25-5F85-DA89-7920-866FD494A2EF}"/>
              </a:ext>
            </a:extLst>
          </p:cNvPr>
          <p:cNvSpPr txBox="1"/>
          <p:nvPr/>
        </p:nvSpPr>
        <p:spPr>
          <a:xfrm>
            <a:off x="7167715" y="3871455"/>
            <a:ext cx="5024285" cy="1883657"/>
          </a:xfrm>
          <a:prstGeom prst="rect">
            <a:avLst/>
          </a:prstGeom>
          <a:noFill/>
        </p:spPr>
        <p:txBody>
          <a:bodyPr wrap="square" rtlCol="0">
            <a:spAutoFit/>
          </a:bodyPr>
          <a:lstStyle/>
          <a:p>
            <a:pPr>
              <a:lnSpc>
                <a:spcPct val="150000"/>
              </a:lnSpc>
            </a:pPr>
            <a:r>
              <a:rPr lang="en-IN" sz="2000" b="1" dirty="0">
                <a:latin typeface="Times New Roman" panose="02020603050405020304" pitchFamily="18" charset="0"/>
                <a:cs typeface="Times New Roman" panose="02020603050405020304" pitchFamily="18" charset="0"/>
              </a:rPr>
              <a:t>TEAM MEMBERS:</a:t>
            </a:r>
          </a:p>
          <a:p>
            <a:pPr>
              <a:lnSpc>
                <a:spcPct val="150000"/>
              </a:lnSpc>
            </a:pPr>
            <a:r>
              <a:rPr lang="en-IN" sz="2000" dirty="0">
                <a:latin typeface="Times New Roman" panose="02020603050405020304" pitchFamily="18" charset="0"/>
                <a:cs typeface="Times New Roman" panose="02020603050405020304" pitchFamily="18" charset="0"/>
              </a:rPr>
              <a:t>M.Adlin Mercy - 952723243002</a:t>
            </a:r>
          </a:p>
          <a:p>
            <a:pPr>
              <a:lnSpc>
                <a:spcPct val="150000"/>
              </a:lnSpc>
            </a:pPr>
            <a:r>
              <a:rPr lang="en-IN" sz="2000" dirty="0">
                <a:latin typeface="Times New Roman" panose="02020603050405020304" pitchFamily="18" charset="0"/>
                <a:cs typeface="Times New Roman" panose="02020603050405020304" pitchFamily="18" charset="0"/>
              </a:rPr>
              <a:t>A.Anusuya - 952723243005</a:t>
            </a:r>
          </a:p>
          <a:p>
            <a:pPr>
              <a:lnSpc>
                <a:spcPct val="150000"/>
              </a:lnSpc>
            </a:pPr>
            <a:r>
              <a:rPr lang="en-IN" sz="2000" dirty="0">
                <a:latin typeface="Times New Roman" panose="02020603050405020304" pitchFamily="18" charset="0"/>
                <a:cs typeface="Times New Roman" panose="02020603050405020304" pitchFamily="18" charset="0"/>
              </a:rPr>
              <a:t>M.Mahalakshmi - 952723243017</a:t>
            </a:r>
          </a:p>
        </p:txBody>
      </p:sp>
      <p:pic>
        <p:nvPicPr>
          <p:cNvPr id="10" name="Image1">
            <a:extLst>
              <a:ext uri="{FF2B5EF4-FFF2-40B4-BE49-F238E27FC236}">
                <a16:creationId xmlns:a16="http://schemas.microsoft.com/office/drawing/2014/main" id="{298A072F-4082-24BD-C04A-44458BD196BA}"/>
              </a:ext>
            </a:extLst>
          </p:cNvPr>
          <p:cNvPicPr>
            <a:picLocks/>
          </p:cNvPicPr>
          <p:nvPr/>
        </p:nvPicPr>
        <p:blipFill>
          <a:blip r:embed="rId2" cstate="print"/>
          <a:srcRect/>
          <a:stretch/>
        </p:blipFill>
        <p:spPr>
          <a:xfrm>
            <a:off x="688259" y="648927"/>
            <a:ext cx="10756490" cy="1632156"/>
          </a:xfrm>
          <a:prstGeom prst="rect">
            <a:avLst/>
          </a:prstGeom>
        </p:spPr>
      </p:pic>
    </p:spTree>
    <p:extLst>
      <p:ext uri="{BB962C8B-B14F-4D97-AF65-F5344CB8AC3E}">
        <p14:creationId xmlns:p14="http://schemas.microsoft.com/office/powerpoint/2010/main" val="2607138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4DA24-C3C4-AE5E-7024-F15ED7D9A49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E295A81-A350-F0A6-450A-5A5B4A0580FD}"/>
              </a:ext>
            </a:extLst>
          </p:cNvPr>
          <p:cNvSpPr/>
          <p:nvPr/>
        </p:nvSpPr>
        <p:spPr>
          <a:xfrm>
            <a:off x="550606" y="494071"/>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B8368D09-8A92-C16A-7E6E-E16D8A1C05E0}"/>
              </a:ext>
            </a:extLst>
          </p:cNvPr>
          <p:cNvSpPr txBox="1"/>
          <p:nvPr/>
        </p:nvSpPr>
        <p:spPr>
          <a:xfrm>
            <a:off x="934065" y="2369572"/>
            <a:ext cx="3048000"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ABSTRACT</a:t>
            </a:r>
          </a:p>
        </p:txBody>
      </p:sp>
      <p:sp>
        <p:nvSpPr>
          <p:cNvPr id="4" name="TextBox 3">
            <a:extLst>
              <a:ext uri="{FF2B5EF4-FFF2-40B4-BE49-F238E27FC236}">
                <a16:creationId xmlns:a16="http://schemas.microsoft.com/office/drawing/2014/main" id="{D75A2360-1F88-FB4C-4F37-B241EC7E18CC}"/>
              </a:ext>
            </a:extLst>
          </p:cNvPr>
          <p:cNvSpPr txBox="1"/>
          <p:nvPr/>
        </p:nvSpPr>
        <p:spPr>
          <a:xfrm>
            <a:off x="934065" y="2919726"/>
            <a:ext cx="10491019" cy="3089564"/>
          </a:xfrm>
          <a:prstGeom prst="rect">
            <a:avLst/>
          </a:prstGeom>
          <a:noFill/>
        </p:spPr>
        <p:txBody>
          <a:bodyPr wrap="square" rtlCol="0">
            <a:spAutoFit/>
          </a:bodyPr>
          <a:lstStyle/>
          <a:p>
            <a:pPr algn="just">
              <a:lnSpc>
                <a:spcPct val="150000"/>
              </a:lnSpc>
            </a:pPr>
            <a:r>
              <a:rPr lang="en-IN" sz="24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The proposed project, "AI-Powered Intelligent Software Development Assistant Using LLM," aims to assist developers throughout the software development process. The system uses AI to analyze software requirements, generate code, detect and debug errors, explain code, review code quality, and generate technical documentation. By integrating these features into a single platform, the proposed solution reduces development time, improves code quality, and enhances developer productivity. The project is inspired by recent research on trustworthy AI software development assistants and extends it by providing a practical AI-powered development environment for modern software engineering.</a:t>
            </a:r>
            <a:endParaRPr lang="en-IN" dirty="0">
              <a:latin typeface="Times New Roman" panose="02020603050405020304" pitchFamily="18" charset="0"/>
              <a:cs typeface="Times New Roman" panose="02020603050405020304" pitchFamily="18" charset="0"/>
            </a:endParaRPr>
          </a:p>
        </p:txBody>
      </p:sp>
      <p:pic>
        <p:nvPicPr>
          <p:cNvPr id="6" name="Image1">
            <a:extLst>
              <a:ext uri="{FF2B5EF4-FFF2-40B4-BE49-F238E27FC236}">
                <a16:creationId xmlns:a16="http://schemas.microsoft.com/office/drawing/2014/main" id="{F2FB943B-01F0-6206-33DD-92BA744FBEF2}"/>
              </a:ext>
            </a:extLst>
          </p:cNvPr>
          <p:cNvPicPr>
            <a:picLocks/>
          </p:cNvPicPr>
          <p:nvPr/>
        </p:nvPicPr>
        <p:blipFill>
          <a:blip r:embed="rId2" cstate="print"/>
          <a:srcRect/>
          <a:stretch/>
        </p:blipFill>
        <p:spPr>
          <a:xfrm>
            <a:off x="688259" y="648927"/>
            <a:ext cx="10756490" cy="1632156"/>
          </a:xfrm>
          <a:prstGeom prst="rect">
            <a:avLst/>
          </a:prstGeom>
        </p:spPr>
      </p:pic>
    </p:spTree>
    <p:extLst>
      <p:ext uri="{BB962C8B-B14F-4D97-AF65-F5344CB8AC3E}">
        <p14:creationId xmlns:p14="http://schemas.microsoft.com/office/powerpoint/2010/main" val="30087537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B2E15-27B6-FB47-A06A-AB63B03C7E2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4A86CF2-5F77-31DC-25DD-F714FBC65402}"/>
              </a:ext>
            </a:extLst>
          </p:cNvPr>
          <p:cNvSpPr/>
          <p:nvPr/>
        </p:nvSpPr>
        <p:spPr>
          <a:xfrm>
            <a:off x="550606" y="494071"/>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97056BF7-7CE6-A8A6-3B42-E11FF5448944}"/>
              </a:ext>
            </a:extLst>
          </p:cNvPr>
          <p:cNvSpPr txBox="1"/>
          <p:nvPr/>
        </p:nvSpPr>
        <p:spPr>
          <a:xfrm>
            <a:off x="934065" y="2369572"/>
            <a:ext cx="3048000"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OBJECTIVES</a:t>
            </a:r>
          </a:p>
        </p:txBody>
      </p:sp>
      <p:sp>
        <p:nvSpPr>
          <p:cNvPr id="4" name="TextBox 3">
            <a:extLst>
              <a:ext uri="{FF2B5EF4-FFF2-40B4-BE49-F238E27FC236}">
                <a16:creationId xmlns:a16="http://schemas.microsoft.com/office/drawing/2014/main" id="{3C71C781-9368-8466-CFC7-272B8A1250D8}"/>
              </a:ext>
            </a:extLst>
          </p:cNvPr>
          <p:cNvSpPr txBox="1"/>
          <p:nvPr/>
        </p:nvSpPr>
        <p:spPr>
          <a:xfrm>
            <a:off x="934065" y="2919726"/>
            <a:ext cx="10491019" cy="2674065"/>
          </a:xfrm>
          <a:prstGeom prst="rect">
            <a:avLst/>
          </a:prstGeom>
          <a:noFill/>
        </p:spPr>
        <p:txBody>
          <a:bodyPr wrap="square" rtlCol="0">
            <a:spAutoFit/>
          </a:bodyPr>
          <a:lstStyle/>
          <a:p>
            <a:pPr algn="just">
              <a:lnSpc>
                <a:spcPct val="150000"/>
              </a:lnSpc>
            </a:pPr>
            <a:r>
              <a:rPr lang="en-IN" sz="24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To build a simple AI assistant that helps developers in coding. It will understand requirements, find coding errors, suggest fixes, and explain code. The system also aims to save development time, reduce coding mistakes, and make programming easier for developers. It will also help generate documentation and improve overall code quality.</a:t>
            </a:r>
            <a:r>
              <a:rPr lang="en-US" dirty="0"/>
              <a:t> </a:t>
            </a:r>
            <a:r>
              <a:rPr lang="en-US" dirty="0">
                <a:latin typeface="Times New Roman" panose="02020603050405020304" pitchFamily="18" charset="0"/>
                <a:cs typeface="Times New Roman" panose="02020603050405020304" pitchFamily="18" charset="0"/>
              </a:rPr>
              <a:t>It will provide useful suggestions based on the developer’s input and support different stages of software development. The system aims to make development faster, easier, and more reliable.</a:t>
            </a:r>
          </a:p>
          <a:p>
            <a:pPr algn="just">
              <a:lnSpc>
                <a:spcPct val="150000"/>
              </a:lnSpc>
            </a:pPr>
            <a:endParaRPr lang="en-IN" dirty="0">
              <a:latin typeface="Times New Roman" panose="02020603050405020304" pitchFamily="18" charset="0"/>
              <a:cs typeface="Times New Roman" panose="02020603050405020304" pitchFamily="18" charset="0"/>
            </a:endParaRPr>
          </a:p>
        </p:txBody>
      </p:sp>
      <p:pic>
        <p:nvPicPr>
          <p:cNvPr id="6" name="Image1">
            <a:extLst>
              <a:ext uri="{FF2B5EF4-FFF2-40B4-BE49-F238E27FC236}">
                <a16:creationId xmlns:a16="http://schemas.microsoft.com/office/drawing/2014/main" id="{737D3918-8501-CDFB-59EF-F2435892E14A}"/>
              </a:ext>
            </a:extLst>
          </p:cNvPr>
          <p:cNvPicPr>
            <a:picLocks/>
          </p:cNvPicPr>
          <p:nvPr/>
        </p:nvPicPr>
        <p:blipFill>
          <a:blip r:embed="rId2" cstate="print"/>
          <a:srcRect/>
          <a:stretch/>
        </p:blipFill>
        <p:spPr>
          <a:xfrm>
            <a:off x="688259" y="648927"/>
            <a:ext cx="10756490" cy="1632156"/>
          </a:xfrm>
          <a:prstGeom prst="rect">
            <a:avLst/>
          </a:prstGeom>
        </p:spPr>
      </p:pic>
    </p:spTree>
    <p:extLst>
      <p:ext uri="{BB962C8B-B14F-4D97-AF65-F5344CB8AC3E}">
        <p14:creationId xmlns:p14="http://schemas.microsoft.com/office/powerpoint/2010/main" val="34519038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51402-2BBE-B03F-A09F-2B69349D1C3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052B96A-4E1F-20E3-51B0-9E23606F68C7}"/>
              </a:ext>
            </a:extLst>
          </p:cNvPr>
          <p:cNvSpPr/>
          <p:nvPr/>
        </p:nvSpPr>
        <p:spPr>
          <a:xfrm>
            <a:off x="550606" y="580104"/>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Box 1">
            <a:extLst>
              <a:ext uri="{FF2B5EF4-FFF2-40B4-BE49-F238E27FC236}">
                <a16:creationId xmlns:a16="http://schemas.microsoft.com/office/drawing/2014/main" id="{BB238419-9A86-9EEE-B03B-14852303306F}"/>
              </a:ext>
            </a:extLst>
          </p:cNvPr>
          <p:cNvSpPr txBox="1"/>
          <p:nvPr/>
        </p:nvSpPr>
        <p:spPr>
          <a:xfrm>
            <a:off x="491617" y="2235063"/>
            <a:ext cx="10884310"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SYSTEM REQUIREMENTS</a:t>
            </a:r>
          </a:p>
        </p:txBody>
      </p:sp>
      <p:graphicFrame>
        <p:nvGraphicFramePr>
          <p:cNvPr id="10" name="Table 9">
            <a:extLst>
              <a:ext uri="{FF2B5EF4-FFF2-40B4-BE49-F238E27FC236}">
                <a16:creationId xmlns:a16="http://schemas.microsoft.com/office/drawing/2014/main" id="{4B4EBC36-C3C6-61B9-85B7-34C6232C63BA}"/>
              </a:ext>
            </a:extLst>
          </p:cNvPr>
          <p:cNvGraphicFramePr>
            <a:graphicFrameLocks noGrp="1"/>
          </p:cNvGraphicFramePr>
          <p:nvPr>
            <p:extLst>
              <p:ext uri="{D42A27DB-BD31-4B8C-83A1-F6EECF244321}">
                <p14:modId xmlns:p14="http://schemas.microsoft.com/office/powerpoint/2010/main" val="3154676435"/>
              </p:ext>
            </p:extLst>
          </p:nvPr>
        </p:nvGraphicFramePr>
        <p:xfrm>
          <a:off x="8337755" y="2615381"/>
          <a:ext cx="3038168" cy="2074606"/>
        </p:xfrm>
        <a:graphic>
          <a:graphicData uri="http://schemas.openxmlformats.org/drawingml/2006/table">
            <a:tbl>
              <a:tblPr>
                <a:tableStyleId>{2D5ABB26-0587-4C30-8999-92F81FD0307C}</a:tableStyleId>
              </a:tblPr>
              <a:tblGrid>
                <a:gridCol w="3038168">
                  <a:extLst>
                    <a:ext uri="{9D8B030D-6E8A-4147-A177-3AD203B41FA5}">
                      <a16:colId xmlns:a16="http://schemas.microsoft.com/office/drawing/2014/main" val="2749298888"/>
                    </a:ext>
                  </a:extLst>
                </a:gridCol>
              </a:tblGrid>
              <a:tr h="2074606">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11162065"/>
                  </a:ext>
                </a:extLst>
              </a:tr>
            </a:tbl>
          </a:graphicData>
        </a:graphic>
      </p:graphicFrame>
      <p:sp>
        <p:nvSpPr>
          <p:cNvPr id="5" name="TextBox 4">
            <a:extLst>
              <a:ext uri="{FF2B5EF4-FFF2-40B4-BE49-F238E27FC236}">
                <a16:creationId xmlns:a16="http://schemas.microsoft.com/office/drawing/2014/main" id="{49B72FF9-A632-4212-6958-1147ADDE85B4}"/>
              </a:ext>
            </a:extLst>
          </p:cNvPr>
          <p:cNvSpPr txBox="1"/>
          <p:nvPr/>
        </p:nvSpPr>
        <p:spPr>
          <a:xfrm>
            <a:off x="688259" y="2941734"/>
            <a:ext cx="3700861"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Hardware Requirements</a:t>
            </a:r>
          </a:p>
        </p:txBody>
      </p:sp>
      <p:sp>
        <p:nvSpPr>
          <p:cNvPr id="6" name="TextBox 5">
            <a:extLst>
              <a:ext uri="{FF2B5EF4-FFF2-40B4-BE49-F238E27FC236}">
                <a16:creationId xmlns:a16="http://schemas.microsoft.com/office/drawing/2014/main" id="{3D51C79B-94BD-7D33-E534-AC5B484A4F34}"/>
              </a:ext>
            </a:extLst>
          </p:cNvPr>
          <p:cNvSpPr txBox="1"/>
          <p:nvPr/>
        </p:nvSpPr>
        <p:spPr>
          <a:xfrm>
            <a:off x="1361774" y="3648406"/>
            <a:ext cx="5605953" cy="1477328"/>
          </a:xfrm>
          <a:prstGeom prst="rect">
            <a:avLst/>
          </a:prstGeom>
          <a:noFill/>
        </p:spPr>
        <p:txBody>
          <a:bodyPr wrap="square" rtlCol="0">
            <a:spAutoFit/>
          </a:bodyPr>
          <a:lstStyle/>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Processor: Intel i3/i5 or above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RAM: 4 GB minimum (8 GB recommended)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Storage: 256 GB or above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Internet Connection </a:t>
            </a:r>
          </a:p>
          <a:p>
            <a:pPr lvl="1"/>
            <a:endParaRPr lang="en-IN" dirty="0"/>
          </a:p>
        </p:txBody>
      </p:sp>
      <p:pic>
        <p:nvPicPr>
          <p:cNvPr id="8" name="Image1">
            <a:extLst>
              <a:ext uri="{FF2B5EF4-FFF2-40B4-BE49-F238E27FC236}">
                <a16:creationId xmlns:a16="http://schemas.microsoft.com/office/drawing/2014/main" id="{7A3FD6BF-6D6B-050E-0B85-A882089A85EB}"/>
              </a:ext>
            </a:extLst>
          </p:cNvPr>
          <p:cNvPicPr>
            <a:picLocks/>
          </p:cNvPicPr>
          <p:nvPr/>
        </p:nvPicPr>
        <p:blipFill>
          <a:blip r:embed="rId2" cstate="print"/>
          <a:srcRect/>
          <a:stretch/>
        </p:blipFill>
        <p:spPr>
          <a:xfrm>
            <a:off x="688259" y="648927"/>
            <a:ext cx="10756490" cy="1632156"/>
          </a:xfrm>
          <a:prstGeom prst="rect">
            <a:avLst/>
          </a:prstGeom>
        </p:spPr>
      </p:pic>
    </p:spTree>
    <p:extLst>
      <p:ext uri="{BB962C8B-B14F-4D97-AF65-F5344CB8AC3E}">
        <p14:creationId xmlns:p14="http://schemas.microsoft.com/office/powerpoint/2010/main" val="2486351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E0710-27DC-9605-055A-310D4143979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3147A2E-4E36-2D0A-4FDC-9E57A684BFED}"/>
              </a:ext>
            </a:extLst>
          </p:cNvPr>
          <p:cNvSpPr/>
          <p:nvPr/>
        </p:nvSpPr>
        <p:spPr>
          <a:xfrm>
            <a:off x="550606" y="580104"/>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Box 1">
            <a:extLst>
              <a:ext uri="{FF2B5EF4-FFF2-40B4-BE49-F238E27FC236}">
                <a16:creationId xmlns:a16="http://schemas.microsoft.com/office/drawing/2014/main" id="{57C206E6-FA11-94BD-C05A-1CF26EF0DC1A}"/>
              </a:ext>
            </a:extLst>
          </p:cNvPr>
          <p:cNvSpPr txBox="1"/>
          <p:nvPr/>
        </p:nvSpPr>
        <p:spPr>
          <a:xfrm>
            <a:off x="491617" y="2235063"/>
            <a:ext cx="10884310"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SYSTEM REQUIREMENTS</a:t>
            </a:r>
          </a:p>
        </p:txBody>
      </p:sp>
      <p:graphicFrame>
        <p:nvGraphicFramePr>
          <p:cNvPr id="10" name="Table 9">
            <a:extLst>
              <a:ext uri="{FF2B5EF4-FFF2-40B4-BE49-F238E27FC236}">
                <a16:creationId xmlns:a16="http://schemas.microsoft.com/office/drawing/2014/main" id="{F0EE0EC9-AFA9-9249-2122-E115A556E265}"/>
              </a:ext>
            </a:extLst>
          </p:cNvPr>
          <p:cNvGraphicFramePr>
            <a:graphicFrameLocks noGrp="1"/>
          </p:cNvGraphicFramePr>
          <p:nvPr/>
        </p:nvGraphicFramePr>
        <p:xfrm>
          <a:off x="8337755" y="2615381"/>
          <a:ext cx="3038168" cy="2074606"/>
        </p:xfrm>
        <a:graphic>
          <a:graphicData uri="http://schemas.openxmlformats.org/drawingml/2006/table">
            <a:tbl>
              <a:tblPr>
                <a:tableStyleId>{2D5ABB26-0587-4C30-8999-92F81FD0307C}</a:tableStyleId>
              </a:tblPr>
              <a:tblGrid>
                <a:gridCol w="3038168">
                  <a:extLst>
                    <a:ext uri="{9D8B030D-6E8A-4147-A177-3AD203B41FA5}">
                      <a16:colId xmlns:a16="http://schemas.microsoft.com/office/drawing/2014/main" val="2749298888"/>
                    </a:ext>
                  </a:extLst>
                </a:gridCol>
              </a:tblGrid>
              <a:tr h="2074606">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11162065"/>
                  </a:ext>
                </a:extLst>
              </a:tr>
            </a:tbl>
          </a:graphicData>
        </a:graphic>
      </p:graphicFrame>
      <p:sp>
        <p:nvSpPr>
          <p:cNvPr id="5" name="TextBox 4">
            <a:extLst>
              <a:ext uri="{FF2B5EF4-FFF2-40B4-BE49-F238E27FC236}">
                <a16:creationId xmlns:a16="http://schemas.microsoft.com/office/drawing/2014/main" id="{E4AAD51B-DC0F-8E62-AD63-81727A415B66}"/>
              </a:ext>
            </a:extLst>
          </p:cNvPr>
          <p:cNvSpPr txBox="1"/>
          <p:nvPr/>
        </p:nvSpPr>
        <p:spPr>
          <a:xfrm>
            <a:off x="688259" y="2941734"/>
            <a:ext cx="4395805" cy="830997"/>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Software Requirements</a:t>
            </a:r>
          </a:p>
          <a:p>
            <a:endParaRPr lang="en-IN" sz="24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28B312A-DE13-6574-F2CA-76E1D597B52E}"/>
              </a:ext>
            </a:extLst>
          </p:cNvPr>
          <p:cNvSpPr txBox="1"/>
          <p:nvPr/>
        </p:nvSpPr>
        <p:spPr>
          <a:xfrm>
            <a:off x="1361774" y="3648406"/>
            <a:ext cx="6154593" cy="2031325"/>
          </a:xfrm>
          <a:prstGeom prst="rect">
            <a:avLst/>
          </a:prstGeom>
          <a:noFill/>
        </p:spPr>
        <p:txBody>
          <a:bodyPr wrap="square" rtlCol="0">
            <a:spAutoFit/>
          </a:bodyPr>
          <a:lstStyle/>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Operating System: Windows/Linux/MacOS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Programming Language: Python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Frontend: HTML, CSS, JavaScript / React.js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Backend: Flask / FastAPI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Database: MySQL / MongoDB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Tools: VS Code, Git/GitHub, LLM API </a:t>
            </a:r>
          </a:p>
          <a:p>
            <a:pPr lvl="1"/>
            <a:endParaRPr lang="en-IN" dirty="0"/>
          </a:p>
        </p:txBody>
      </p:sp>
      <p:pic>
        <p:nvPicPr>
          <p:cNvPr id="8" name="Image1">
            <a:extLst>
              <a:ext uri="{FF2B5EF4-FFF2-40B4-BE49-F238E27FC236}">
                <a16:creationId xmlns:a16="http://schemas.microsoft.com/office/drawing/2014/main" id="{E6058A07-11F1-3FA6-A6FC-3BFFCF34F78C}"/>
              </a:ext>
            </a:extLst>
          </p:cNvPr>
          <p:cNvPicPr>
            <a:picLocks/>
          </p:cNvPicPr>
          <p:nvPr/>
        </p:nvPicPr>
        <p:blipFill>
          <a:blip r:embed="rId2" cstate="print"/>
          <a:srcRect/>
          <a:stretch/>
        </p:blipFill>
        <p:spPr>
          <a:xfrm>
            <a:off x="688259" y="648927"/>
            <a:ext cx="10756490" cy="1632156"/>
          </a:xfrm>
          <a:prstGeom prst="rect">
            <a:avLst/>
          </a:prstGeom>
        </p:spPr>
      </p:pic>
    </p:spTree>
    <p:extLst>
      <p:ext uri="{BB962C8B-B14F-4D97-AF65-F5344CB8AC3E}">
        <p14:creationId xmlns:p14="http://schemas.microsoft.com/office/powerpoint/2010/main" val="3224642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654D3-B954-64CE-574B-A94C8BBC7BC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CD55FE2-2D9D-5139-DF89-69E09FF124CB}"/>
              </a:ext>
            </a:extLst>
          </p:cNvPr>
          <p:cNvSpPr/>
          <p:nvPr/>
        </p:nvSpPr>
        <p:spPr>
          <a:xfrm>
            <a:off x="550606" y="530942"/>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AC56433A-9830-2CF0-83B2-69FE68EE16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40208" y="2704308"/>
            <a:ext cx="3892749" cy="2596914"/>
          </a:xfrm>
          <a:prstGeom prst="rect">
            <a:avLst/>
          </a:prstGeom>
        </p:spPr>
      </p:pic>
      <p:pic>
        <p:nvPicPr>
          <p:cNvPr id="7" name="Image1">
            <a:extLst>
              <a:ext uri="{FF2B5EF4-FFF2-40B4-BE49-F238E27FC236}">
                <a16:creationId xmlns:a16="http://schemas.microsoft.com/office/drawing/2014/main" id="{3CA05422-CC1F-DE82-35CE-FE71A8FB90B7}"/>
              </a:ext>
            </a:extLst>
          </p:cNvPr>
          <p:cNvPicPr>
            <a:picLocks/>
          </p:cNvPicPr>
          <p:nvPr/>
        </p:nvPicPr>
        <p:blipFill>
          <a:blip r:embed="rId3" cstate="print"/>
          <a:srcRect/>
          <a:stretch/>
        </p:blipFill>
        <p:spPr>
          <a:xfrm>
            <a:off x="688259" y="648927"/>
            <a:ext cx="10756490" cy="1632156"/>
          </a:xfrm>
          <a:prstGeom prst="rect">
            <a:avLst/>
          </a:prstGeom>
        </p:spPr>
      </p:pic>
    </p:spTree>
    <p:extLst>
      <p:ext uri="{BB962C8B-B14F-4D97-AF65-F5344CB8AC3E}">
        <p14:creationId xmlns:p14="http://schemas.microsoft.com/office/powerpoint/2010/main" val="42795534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344</TotalTime>
  <Words>328</Words>
  <Application>Microsoft Office PowerPoint</Application>
  <PresentationFormat>Widescreen</PresentationFormat>
  <Paragraphs>25</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Aptos Display</vt:lpstr>
      <vt:lpstr>Arial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priannam789@gmail.com</dc:creator>
  <cp:lastModifiedBy>adlin mercy</cp:lastModifiedBy>
  <cp:revision>8</cp:revision>
  <dcterms:created xsi:type="dcterms:W3CDTF">2026-07-09T15:38:17Z</dcterms:created>
  <dcterms:modified xsi:type="dcterms:W3CDTF">2026-08-11T08:01:32Z</dcterms:modified>
</cp:coreProperties>
</file>