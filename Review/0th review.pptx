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5"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37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060F4-452C-4446-8769-C81E472F69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2929CC-A5BF-2058-E2CD-EBD4B25F0A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C4F2C8-A00F-9ACF-AA7A-6251D312BD80}"/>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5" name="Footer Placeholder 4">
            <a:extLst>
              <a:ext uri="{FF2B5EF4-FFF2-40B4-BE49-F238E27FC236}">
                <a16:creationId xmlns:a16="http://schemas.microsoft.com/office/drawing/2014/main" id="{6156931F-4840-3A1A-C525-C0643A7969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B12F48-6F11-0513-8BAE-2246967B7152}"/>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114701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B667-4F9D-2407-A82A-999950E7EF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385CAC-8DCB-167C-C238-193BEEB5A4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7B2BF4-A33B-B54C-F792-AC99CE3F6CE7}"/>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5" name="Footer Placeholder 4">
            <a:extLst>
              <a:ext uri="{FF2B5EF4-FFF2-40B4-BE49-F238E27FC236}">
                <a16:creationId xmlns:a16="http://schemas.microsoft.com/office/drawing/2014/main" id="{17AB1598-BE3D-43C8-3A37-931418F17C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1DCDF5-1326-E1D3-B08B-4CA5FF9FB6C3}"/>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1862161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7D9E-1DBE-7367-96AC-5890FAFC3D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06E62C-09CA-C51F-2453-9F1E0C9CF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256CB-C251-25F9-AE69-FAEA9DB233AA}"/>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5" name="Footer Placeholder 4">
            <a:extLst>
              <a:ext uri="{FF2B5EF4-FFF2-40B4-BE49-F238E27FC236}">
                <a16:creationId xmlns:a16="http://schemas.microsoft.com/office/drawing/2014/main" id="{9CB7863E-C882-3AFE-431B-980D3BC050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04F227-9E57-6575-0ABE-25AEEDC330E5}"/>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52286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1FD1C-A0C3-8E7A-4883-D5453DFBC3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A6B386-C8CF-F739-F72C-F767094065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413B1A-8223-8502-F220-6D13FE29DF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72A079-D96D-7492-472C-D22752F5E63A}"/>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6" name="Footer Placeholder 5">
            <a:extLst>
              <a:ext uri="{FF2B5EF4-FFF2-40B4-BE49-F238E27FC236}">
                <a16:creationId xmlns:a16="http://schemas.microsoft.com/office/drawing/2014/main" id="{E3E4A522-37EF-D19E-FD47-1E030792B1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0190D0-5718-7114-51F4-F7AEAB9F4AE7}"/>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53112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4191-A765-0D45-8B3E-B9C4F0F0CD1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9276AE-287E-E5C9-5CE6-E4948B0835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1790AC-1C3D-EDD4-7D82-823F88012D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84DBF2-52AB-C38F-622F-9F17D9965E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32F899-7625-9FEC-D545-A6675291C4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629D3E-2E00-A795-2E6F-248371EF77B4}"/>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8" name="Footer Placeholder 7">
            <a:extLst>
              <a:ext uri="{FF2B5EF4-FFF2-40B4-BE49-F238E27FC236}">
                <a16:creationId xmlns:a16="http://schemas.microsoft.com/office/drawing/2014/main" id="{C382ED25-24EB-B13A-9BC2-8B3E945250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15750D-4760-0DA0-EC67-57B9AE49A070}"/>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42652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31409-BBC7-4FB1-4452-4F8DC9D93F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7458E0-780E-DFDA-3B74-FFA597A1D1B0}"/>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4" name="Footer Placeholder 3">
            <a:extLst>
              <a:ext uri="{FF2B5EF4-FFF2-40B4-BE49-F238E27FC236}">
                <a16:creationId xmlns:a16="http://schemas.microsoft.com/office/drawing/2014/main" id="{B1E2A35F-A70F-F4C5-880A-EEE8A51B13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215537-C387-6F70-4905-CFF2FE0FB0DD}"/>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576661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426FA5-E063-0CED-7C60-DB666E39809B}"/>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3" name="Footer Placeholder 2">
            <a:extLst>
              <a:ext uri="{FF2B5EF4-FFF2-40B4-BE49-F238E27FC236}">
                <a16:creationId xmlns:a16="http://schemas.microsoft.com/office/drawing/2014/main" id="{A48BA9FC-779A-2DB8-9909-9F101F3551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AE7A58-29F7-E60E-1B58-D748A03B94E4}"/>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04040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59D4-B2AA-8D73-4BC6-A137CA43B0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3857E7-0667-377A-085E-30610ECE8E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EC92C0-3318-315D-95B9-0F75F1FF4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9ECB10-29D5-1EB7-7307-8A1511C5A449}"/>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6" name="Footer Placeholder 5">
            <a:extLst>
              <a:ext uri="{FF2B5EF4-FFF2-40B4-BE49-F238E27FC236}">
                <a16:creationId xmlns:a16="http://schemas.microsoft.com/office/drawing/2014/main" id="{E6A21C7F-582E-DA50-640A-AF110CEB5A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7BE6A4-E70A-3E0C-F9A3-515267BE848E}"/>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284139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8ADC-D819-0F48-AE9E-25603583BD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1532B4-DFF2-2CF7-AD11-28EA04D985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C63C06-F1D9-E4E8-74B5-2A18A8546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9D2063-4505-9154-4ADD-74168AE1FF3A}"/>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6" name="Footer Placeholder 5">
            <a:extLst>
              <a:ext uri="{FF2B5EF4-FFF2-40B4-BE49-F238E27FC236}">
                <a16:creationId xmlns:a16="http://schemas.microsoft.com/office/drawing/2014/main" id="{EB3A8CB5-A41C-BA4E-71ED-7196969988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A85981-D274-24CD-D412-74ACC0DD961C}"/>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419739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CF02-7FDB-935E-0448-806013B14F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237403-9424-AA56-E29E-2D74381062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AE67FA-BF95-E165-AFE6-98F40723A96E}"/>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5" name="Footer Placeholder 4">
            <a:extLst>
              <a:ext uri="{FF2B5EF4-FFF2-40B4-BE49-F238E27FC236}">
                <a16:creationId xmlns:a16="http://schemas.microsoft.com/office/drawing/2014/main" id="{28F7FD14-62E4-4F17-FF47-48AFD5A831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0830C0-F77C-F44C-2A9F-DE5E8E79D37F}"/>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2538222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764AB9-7856-017F-EE49-01C817F40F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D0B80C-7AAF-CA14-D62A-D36FAD0D7F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9CFC52-9485-6E46-B229-7801DC980487}"/>
              </a:ext>
            </a:extLst>
          </p:cNvPr>
          <p:cNvSpPr>
            <a:spLocks noGrp="1"/>
          </p:cNvSpPr>
          <p:nvPr>
            <p:ph type="dt" sz="half" idx="10"/>
          </p:nvPr>
        </p:nvSpPr>
        <p:spPr/>
        <p:txBody>
          <a:bodyPr/>
          <a:lstStyle/>
          <a:p>
            <a:fld id="{341787AB-F6F6-4A0D-B6C9-50DC40A09E4A}" type="datetimeFigureOut">
              <a:rPr lang="en-IN" smtClean="0"/>
              <a:t>09-08-2026</a:t>
            </a:fld>
            <a:endParaRPr lang="en-IN"/>
          </a:p>
        </p:txBody>
      </p:sp>
      <p:sp>
        <p:nvSpPr>
          <p:cNvPr id="5" name="Footer Placeholder 4">
            <a:extLst>
              <a:ext uri="{FF2B5EF4-FFF2-40B4-BE49-F238E27FC236}">
                <a16:creationId xmlns:a16="http://schemas.microsoft.com/office/drawing/2014/main" id="{12351E62-D389-B7C0-FF5B-021C07B6E3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8CDCDE-A6F4-D44F-2619-3D1519F8BB86}"/>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259167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ED1C3-C406-51D9-BF6B-2D57E4E7B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2ECD11-705B-D96F-1B2D-473F25DF01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A36A12-345A-BF10-786C-791D864438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1787AB-F6F6-4A0D-B6C9-50DC40A09E4A}" type="datetimeFigureOut">
              <a:rPr lang="en-IN" smtClean="0"/>
              <a:t>09-08-2026</a:t>
            </a:fld>
            <a:endParaRPr lang="en-IN"/>
          </a:p>
        </p:txBody>
      </p:sp>
      <p:sp>
        <p:nvSpPr>
          <p:cNvPr id="5" name="Footer Placeholder 4">
            <a:extLst>
              <a:ext uri="{FF2B5EF4-FFF2-40B4-BE49-F238E27FC236}">
                <a16:creationId xmlns:a16="http://schemas.microsoft.com/office/drawing/2014/main" id="{CB68EDD1-6CDD-7CC4-1113-13DD25A72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753BBC0-C51C-9AB0-4148-245B63392F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6103BE-7330-4E9A-AA54-937BBCDF3AA8}" type="slidenum">
              <a:rPr lang="en-IN" smtClean="0"/>
              <a:t>‹#›</a:t>
            </a:fld>
            <a:endParaRPr lang="en-IN"/>
          </a:p>
        </p:txBody>
      </p:sp>
    </p:spTree>
    <p:extLst>
      <p:ext uri="{BB962C8B-B14F-4D97-AF65-F5344CB8AC3E}">
        <p14:creationId xmlns:p14="http://schemas.microsoft.com/office/powerpoint/2010/main" val="3064426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641C5BF-C0EF-0299-9CDE-EF61BCFBD350}"/>
              </a:ext>
            </a:extLst>
          </p:cNvPr>
          <p:cNvSpPr/>
          <p:nvPr/>
        </p:nvSpPr>
        <p:spPr>
          <a:xfrm>
            <a:off x="550606" y="530942"/>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TextBox 4">
            <a:extLst>
              <a:ext uri="{FF2B5EF4-FFF2-40B4-BE49-F238E27FC236}">
                <a16:creationId xmlns:a16="http://schemas.microsoft.com/office/drawing/2014/main" id="{898CCC73-235F-494D-8B37-80DEE75BF63F}"/>
              </a:ext>
            </a:extLst>
          </p:cNvPr>
          <p:cNvSpPr txBox="1"/>
          <p:nvPr/>
        </p:nvSpPr>
        <p:spPr>
          <a:xfrm>
            <a:off x="550606" y="2025446"/>
            <a:ext cx="11090787" cy="1953868"/>
          </a:xfrm>
          <a:prstGeom prst="rect">
            <a:avLst/>
          </a:prstGeom>
          <a:noFill/>
        </p:spPr>
        <p:txBody>
          <a:bodyPr wrap="square" rtlCol="0">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Department Of Artificial Intelligence &amp; Data Science</a:t>
            </a:r>
          </a:p>
          <a:p>
            <a:pPr algn="ctr">
              <a:lnSpc>
                <a:spcPct val="150000"/>
              </a:lnSpc>
            </a:pPr>
            <a:r>
              <a:rPr lang="en-US" sz="2800" dirty="0">
                <a:latin typeface="Times New Roman" panose="02020603050405020304" pitchFamily="18" charset="0"/>
                <a:cs typeface="Times New Roman" panose="02020603050405020304" pitchFamily="18" charset="0"/>
              </a:rPr>
              <a:t>AI-Powered Intelligent Software Development Assistant Using LLM</a:t>
            </a:r>
            <a:endParaRPr lang="en-IN" sz="2800" dirty="0">
              <a:latin typeface="Times New Roman" panose="02020603050405020304" pitchFamily="18" charset="0"/>
              <a:cs typeface="Times New Roman" panose="02020603050405020304" pitchFamily="18" charset="0"/>
            </a:endParaRPr>
          </a:p>
          <a:p>
            <a:pPr algn="ctr">
              <a:lnSpc>
                <a:spcPct val="150000"/>
              </a:lnSpc>
            </a:pPr>
            <a:endParaRPr lang="en-IN" sz="2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211973F-594C-CBC9-6BEF-79702F1CF8CE}"/>
              </a:ext>
            </a:extLst>
          </p:cNvPr>
          <p:cNvSpPr txBox="1"/>
          <p:nvPr/>
        </p:nvSpPr>
        <p:spPr>
          <a:xfrm>
            <a:off x="1268364" y="3832124"/>
            <a:ext cx="5201265" cy="1052660"/>
          </a:xfrm>
          <a:prstGeom prst="rect">
            <a:avLst/>
          </a:prstGeom>
          <a:noFill/>
        </p:spPr>
        <p:txBody>
          <a:bodyPr wrap="square" rtlCol="0">
            <a:spAutoFit/>
          </a:bodyPr>
          <a:lstStyle/>
          <a:p>
            <a:pPr>
              <a:lnSpc>
                <a:spcPct val="150000"/>
              </a:lnSpc>
            </a:pPr>
            <a:r>
              <a:rPr lang="en-IN" sz="2400" b="1" dirty="0">
                <a:latin typeface="Times New Roman" panose="02020603050405020304" pitchFamily="18" charset="0"/>
                <a:cs typeface="Times New Roman" panose="02020603050405020304" pitchFamily="18" charset="0"/>
              </a:rPr>
              <a:t>Guide name :</a:t>
            </a:r>
            <a:br>
              <a:rPr lang="en-IN" sz="24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Prof. N.Sindhu AP/AI&amp;DS</a:t>
            </a:r>
          </a:p>
        </p:txBody>
      </p:sp>
      <p:sp>
        <p:nvSpPr>
          <p:cNvPr id="7" name="TextBox 6">
            <a:extLst>
              <a:ext uri="{FF2B5EF4-FFF2-40B4-BE49-F238E27FC236}">
                <a16:creationId xmlns:a16="http://schemas.microsoft.com/office/drawing/2014/main" id="{05EB3D25-5F85-DA89-7920-866FD494A2EF}"/>
              </a:ext>
            </a:extLst>
          </p:cNvPr>
          <p:cNvSpPr txBox="1"/>
          <p:nvPr/>
        </p:nvSpPr>
        <p:spPr>
          <a:xfrm>
            <a:off x="7167715" y="3871455"/>
            <a:ext cx="5024285" cy="1883657"/>
          </a:xfrm>
          <a:prstGeom prst="rect">
            <a:avLst/>
          </a:prstGeom>
          <a:noFill/>
        </p:spPr>
        <p:txBody>
          <a:bodyPr wrap="square" rtlCol="0">
            <a:spAutoFit/>
          </a:bodyPr>
          <a:lstStyle/>
          <a:p>
            <a:pPr>
              <a:lnSpc>
                <a:spcPct val="150000"/>
              </a:lnSpc>
            </a:pPr>
            <a:r>
              <a:rPr lang="en-IN" sz="2000" b="1" dirty="0">
                <a:latin typeface="Times New Roman" panose="02020603050405020304" pitchFamily="18" charset="0"/>
                <a:cs typeface="Times New Roman" panose="02020603050405020304" pitchFamily="18" charset="0"/>
              </a:rPr>
              <a:t>TEAM MEMBERS:</a:t>
            </a:r>
          </a:p>
          <a:p>
            <a:pPr>
              <a:lnSpc>
                <a:spcPct val="150000"/>
              </a:lnSpc>
            </a:pPr>
            <a:r>
              <a:rPr lang="en-IN" sz="2000" dirty="0">
                <a:latin typeface="Times New Roman" panose="02020603050405020304" pitchFamily="18" charset="0"/>
                <a:cs typeface="Times New Roman" panose="02020603050405020304" pitchFamily="18" charset="0"/>
              </a:rPr>
              <a:t>M.Adlin Mercy - 952723243002</a:t>
            </a:r>
          </a:p>
          <a:p>
            <a:pPr>
              <a:lnSpc>
                <a:spcPct val="150000"/>
              </a:lnSpc>
            </a:pPr>
            <a:r>
              <a:rPr lang="en-IN" sz="2000" dirty="0">
                <a:latin typeface="Times New Roman" panose="02020603050405020304" pitchFamily="18" charset="0"/>
                <a:cs typeface="Times New Roman" panose="02020603050405020304" pitchFamily="18" charset="0"/>
              </a:rPr>
              <a:t>A.Anusuya - 952723243005</a:t>
            </a:r>
          </a:p>
          <a:p>
            <a:pPr>
              <a:lnSpc>
                <a:spcPct val="150000"/>
              </a:lnSpc>
            </a:pPr>
            <a:r>
              <a:rPr lang="en-IN" sz="2000" dirty="0">
                <a:latin typeface="Times New Roman" panose="02020603050405020304" pitchFamily="18" charset="0"/>
                <a:cs typeface="Times New Roman" panose="02020603050405020304" pitchFamily="18" charset="0"/>
              </a:rPr>
              <a:t>M.Mahalakshmi - 952723243017</a:t>
            </a:r>
          </a:p>
        </p:txBody>
      </p:sp>
      <p:pic>
        <p:nvPicPr>
          <p:cNvPr id="10" name="Image1">
            <a:extLst>
              <a:ext uri="{FF2B5EF4-FFF2-40B4-BE49-F238E27FC236}">
                <a16:creationId xmlns:a16="http://schemas.microsoft.com/office/drawing/2014/main" id="{298A072F-4082-24BD-C04A-44458BD196BA}"/>
              </a:ext>
            </a:extLst>
          </p:cNvPr>
          <p:cNvPicPr>
            <a:picLocks/>
          </p:cNvPicPr>
          <p:nvPr/>
        </p:nvPicPr>
        <p:blipFill>
          <a:blip r:embed="rId2"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260713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DA24-C3C4-AE5E-7024-F15ED7D9A49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E295A81-A350-F0A6-450A-5A5B4A0580FD}"/>
              </a:ext>
            </a:extLst>
          </p:cNvPr>
          <p:cNvSpPr/>
          <p:nvPr/>
        </p:nvSpPr>
        <p:spPr>
          <a:xfrm>
            <a:off x="550606" y="494071"/>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8368D09-8A92-C16A-7E6E-E16D8A1C05E0}"/>
              </a:ext>
            </a:extLst>
          </p:cNvPr>
          <p:cNvSpPr txBox="1"/>
          <p:nvPr/>
        </p:nvSpPr>
        <p:spPr>
          <a:xfrm>
            <a:off x="934065" y="2369572"/>
            <a:ext cx="304800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D75A2360-1F88-FB4C-4F37-B241EC7E18CC}"/>
              </a:ext>
            </a:extLst>
          </p:cNvPr>
          <p:cNvSpPr txBox="1"/>
          <p:nvPr/>
        </p:nvSpPr>
        <p:spPr>
          <a:xfrm>
            <a:off x="934065" y="2919726"/>
            <a:ext cx="10491019" cy="3089564"/>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The proposed project, "AI-Powered Intelligent Software Development Assistant Using LLM," aims to assist developers throughout the software development process. The system uses AI to analyze software requirements, generate code, detect and debug errors, explain code, review code quality, and generate technical documentation. By integrating these features into a single platform, the proposed solution reduces development time, improves code quality, and enhances developer productivity. The project is inspired by recent research on trustworthy AI software development assistants and extends it by providing a practical AI-powered development environment for modern software engineering.</a:t>
            </a:r>
            <a:endParaRPr lang="en-IN" dirty="0">
              <a:latin typeface="Times New Roman" panose="02020603050405020304" pitchFamily="18" charset="0"/>
              <a:cs typeface="Times New Roman" panose="02020603050405020304" pitchFamily="18" charset="0"/>
            </a:endParaRPr>
          </a:p>
        </p:txBody>
      </p:sp>
      <p:pic>
        <p:nvPicPr>
          <p:cNvPr id="6" name="Image1">
            <a:extLst>
              <a:ext uri="{FF2B5EF4-FFF2-40B4-BE49-F238E27FC236}">
                <a16:creationId xmlns:a16="http://schemas.microsoft.com/office/drawing/2014/main" id="{F2FB943B-01F0-6206-33DD-92BA744FBEF2}"/>
              </a:ext>
            </a:extLst>
          </p:cNvPr>
          <p:cNvPicPr>
            <a:picLocks/>
          </p:cNvPicPr>
          <p:nvPr/>
        </p:nvPicPr>
        <p:blipFill>
          <a:blip r:embed="rId2"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3008753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51402-2BBE-B03F-A09F-2B69349D1C3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52B96A-4E1F-20E3-51B0-9E23606F68C7}"/>
              </a:ext>
            </a:extLst>
          </p:cNvPr>
          <p:cNvSpPr/>
          <p:nvPr/>
        </p:nvSpPr>
        <p:spPr>
          <a:xfrm>
            <a:off x="550606" y="58010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BB238419-9A86-9EEE-B03B-14852303306F}"/>
              </a:ext>
            </a:extLst>
          </p:cNvPr>
          <p:cNvSpPr txBox="1"/>
          <p:nvPr/>
        </p:nvSpPr>
        <p:spPr>
          <a:xfrm>
            <a:off x="491617" y="2235063"/>
            <a:ext cx="1088431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SYSTEM REQUIREMENTS</a:t>
            </a:r>
          </a:p>
        </p:txBody>
      </p:sp>
      <p:graphicFrame>
        <p:nvGraphicFramePr>
          <p:cNvPr id="10" name="Table 9">
            <a:extLst>
              <a:ext uri="{FF2B5EF4-FFF2-40B4-BE49-F238E27FC236}">
                <a16:creationId xmlns:a16="http://schemas.microsoft.com/office/drawing/2014/main" id="{4B4EBC36-C3C6-61B9-85B7-34C6232C63BA}"/>
              </a:ext>
            </a:extLst>
          </p:cNvPr>
          <p:cNvGraphicFramePr>
            <a:graphicFrameLocks noGrp="1"/>
          </p:cNvGraphicFramePr>
          <p:nvPr>
            <p:extLst>
              <p:ext uri="{D42A27DB-BD31-4B8C-83A1-F6EECF244321}">
                <p14:modId xmlns:p14="http://schemas.microsoft.com/office/powerpoint/2010/main" val="3154676435"/>
              </p:ext>
            </p:extLst>
          </p:nvPr>
        </p:nvGraphicFramePr>
        <p:xfrm>
          <a:off x="8337755" y="2615381"/>
          <a:ext cx="3038168" cy="2074606"/>
        </p:xfrm>
        <a:graphic>
          <a:graphicData uri="http://schemas.openxmlformats.org/drawingml/2006/table">
            <a:tbl>
              <a:tblPr>
                <a:tableStyleId>{2D5ABB26-0587-4C30-8999-92F81FD0307C}</a:tableStyleId>
              </a:tblPr>
              <a:tblGrid>
                <a:gridCol w="3038168">
                  <a:extLst>
                    <a:ext uri="{9D8B030D-6E8A-4147-A177-3AD203B41FA5}">
                      <a16:colId xmlns:a16="http://schemas.microsoft.com/office/drawing/2014/main" val="2749298888"/>
                    </a:ext>
                  </a:extLst>
                </a:gridCol>
              </a:tblGrid>
              <a:tr h="2074606">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1162065"/>
                  </a:ext>
                </a:extLst>
              </a:tr>
            </a:tbl>
          </a:graphicData>
        </a:graphic>
      </p:graphicFrame>
      <p:sp>
        <p:nvSpPr>
          <p:cNvPr id="5" name="TextBox 4">
            <a:extLst>
              <a:ext uri="{FF2B5EF4-FFF2-40B4-BE49-F238E27FC236}">
                <a16:creationId xmlns:a16="http://schemas.microsoft.com/office/drawing/2014/main" id="{49B72FF9-A632-4212-6958-1147ADDE85B4}"/>
              </a:ext>
            </a:extLst>
          </p:cNvPr>
          <p:cNvSpPr txBox="1"/>
          <p:nvPr/>
        </p:nvSpPr>
        <p:spPr>
          <a:xfrm>
            <a:off x="688259" y="2941734"/>
            <a:ext cx="3067665"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Hardware</a:t>
            </a:r>
          </a:p>
        </p:txBody>
      </p:sp>
      <p:sp>
        <p:nvSpPr>
          <p:cNvPr id="6" name="TextBox 5">
            <a:extLst>
              <a:ext uri="{FF2B5EF4-FFF2-40B4-BE49-F238E27FC236}">
                <a16:creationId xmlns:a16="http://schemas.microsoft.com/office/drawing/2014/main" id="{3D51C79B-94BD-7D33-E534-AC5B484A4F34}"/>
              </a:ext>
            </a:extLst>
          </p:cNvPr>
          <p:cNvSpPr txBox="1"/>
          <p:nvPr/>
        </p:nvSpPr>
        <p:spPr>
          <a:xfrm>
            <a:off x="1361774" y="3648406"/>
            <a:ext cx="5605953" cy="1477328"/>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Processor: Intel i3/i5 or above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RAM: 4 GB minimum (8 GB recommended)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Storage: 256 GB or above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Internet Connection </a:t>
            </a:r>
          </a:p>
          <a:p>
            <a:pPr lvl="1"/>
            <a:endParaRPr lang="en-IN" dirty="0"/>
          </a:p>
        </p:txBody>
      </p:sp>
      <p:pic>
        <p:nvPicPr>
          <p:cNvPr id="8" name="Image1">
            <a:extLst>
              <a:ext uri="{FF2B5EF4-FFF2-40B4-BE49-F238E27FC236}">
                <a16:creationId xmlns:a16="http://schemas.microsoft.com/office/drawing/2014/main" id="{7A3FD6BF-6D6B-050E-0B85-A882089A85EB}"/>
              </a:ext>
            </a:extLst>
          </p:cNvPr>
          <p:cNvPicPr>
            <a:picLocks/>
          </p:cNvPicPr>
          <p:nvPr/>
        </p:nvPicPr>
        <p:blipFill>
          <a:blip r:embed="rId2"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2486351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E0710-27DC-9605-055A-310D4143979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3147A2E-4E36-2D0A-4FDC-9E57A684BFED}"/>
              </a:ext>
            </a:extLst>
          </p:cNvPr>
          <p:cNvSpPr/>
          <p:nvPr/>
        </p:nvSpPr>
        <p:spPr>
          <a:xfrm>
            <a:off x="550606" y="58010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57C206E6-FA11-94BD-C05A-1CF26EF0DC1A}"/>
              </a:ext>
            </a:extLst>
          </p:cNvPr>
          <p:cNvSpPr txBox="1"/>
          <p:nvPr/>
        </p:nvSpPr>
        <p:spPr>
          <a:xfrm>
            <a:off x="491617" y="2235063"/>
            <a:ext cx="1088431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SYSTEM REQUIREMENTS</a:t>
            </a:r>
          </a:p>
        </p:txBody>
      </p:sp>
      <p:graphicFrame>
        <p:nvGraphicFramePr>
          <p:cNvPr id="10" name="Table 9">
            <a:extLst>
              <a:ext uri="{FF2B5EF4-FFF2-40B4-BE49-F238E27FC236}">
                <a16:creationId xmlns:a16="http://schemas.microsoft.com/office/drawing/2014/main" id="{F0EE0EC9-AFA9-9249-2122-E115A556E265}"/>
              </a:ext>
            </a:extLst>
          </p:cNvPr>
          <p:cNvGraphicFramePr>
            <a:graphicFrameLocks noGrp="1"/>
          </p:cNvGraphicFramePr>
          <p:nvPr/>
        </p:nvGraphicFramePr>
        <p:xfrm>
          <a:off x="8337755" y="2615381"/>
          <a:ext cx="3038168" cy="2074606"/>
        </p:xfrm>
        <a:graphic>
          <a:graphicData uri="http://schemas.openxmlformats.org/drawingml/2006/table">
            <a:tbl>
              <a:tblPr>
                <a:tableStyleId>{2D5ABB26-0587-4C30-8999-92F81FD0307C}</a:tableStyleId>
              </a:tblPr>
              <a:tblGrid>
                <a:gridCol w="3038168">
                  <a:extLst>
                    <a:ext uri="{9D8B030D-6E8A-4147-A177-3AD203B41FA5}">
                      <a16:colId xmlns:a16="http://schemas.microsoft.com/office/drawing/2014/main" val="2749298888"/>
                    </a:ext>
                  </a:extLst>
                </a:gridCol>
              </a:tblGrid>
              <a:tr h="2074606">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1162065"/>
                  </a:ext>
                </a:extLst>
              </a:tr>
            </a:tbl>
          </a:graphicData>
        </a:graphic>
      </p:graphicFrame>
      <p:sp>
        <p:nvSpPr>
          <p:cNvPr id="5" name="TextBox 4">
            <a:extLst>
              <a:ext uri="{FF2B5EF4-FFF2-40B4-BE49-F238E27FC236}">
                <a16:creationId xmlns:a16="http://schemas.microsoft.com/office/drawing/2014/main" id="{E4AAD51B-DC0F-8E62-AD63-81727A415B66}"/>
              </a:ext>
            </a:extLst>
          </p:cNvPr>
          <p:cNvSpPr txBox="1"/>
          <p:nvPr/>
        </p:nvSpPr>
        <p:spPr>
          <a:xfrm>
            <a:off x="688259" y="2941734"/>
            <a:ext cx="4395805"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Software Requirements</a:t>
            </a:r>
          </a:p>
          <a:p>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28B312A-DE13-6574-F2CA-76E1D597B52E}"/>
              </a:ext>
            </a:extLst>
          </p:cNvPr>
          <p:cNvSpPr txBox="1"/>
          <p:nvPr/>
        </p:nvSpPr>
        <p:spPr>
          <a:xfrm>
            <a:off x="1361774" y="3648406"/>
            <a:ext cx="6154593" cy="2031325"/>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Operating System: Windows/Linux/MacOS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Programming Language: Python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Frontend: HTML, CSS, JavaScript / React.js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Backend: Flask / FastAPI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Database: MySQL / MongoDB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Tools: VS Code, Git/GitHub, LLM API </a:t>
            </a:r>
          </a:p>
          <a:p>
            <a:pPr lvl="1"/>
            <a:endParaRPr lang="en-IN" dirty="0"/>
          </a:p>
        </p:txBody>
      </p:sp>
      <p:pic>
        <p:nvPicPr>
          <p:cNvPr id="8" name="Image1">
            <a:extLst>
              <a:ext uri="{FF2B5EF4-FFF2-40B4-BE49-F238E27FC236}">
                <a16:creationId xmlns:a16="http://schemas.microsoft.com/office/drawing/2014/main" id="{E6058A07-11F1-3FA6-A6FC-3BFFCF34F78C}"/>
              </a:ext>
            </a:extLst>
          </p:cNvPr>
          <p:cNvPicPr>
            <a:picLocks/>
          </p:cNvPicPr>
          <p:nvPr/>
        </p:nvPicPr>
        <p:blipFill>
          <a:blip r:embed="rId2"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3224642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54D3-B954-64CE-574B-A94C8BBC7BC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D55FE2-2D9D-5139-DF89-69E09FF124CB}"/>
              </a:ext>
            </a:extLst>
          </p:cNvPr>
          <p:cNvSpPr/>
          <p:nvPr/>
        </p:nvSpPr>
        <p:spPr>
          <a:xfrm>
            <a:off x="550606" y="530942"/>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AC56433A-9830-2CF0-83B2-69FE68EE16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0208" y="2704308"/>
            <a:ext cx="3892749" cy="2596914"/>
          </a:xfrm>
          <a:prstGeom prst="rect">
            <a:avLst/>
          </a:prstGeom>
        </p:spPr>
      </p:pic>
      <p:pic>
        <p:nvPicPr>
          <p:cNvPr id="7" name="Image1">
            <a:extLst>
              <a:ext uri="{FF2B5EF4-FFF2-40B4-BE49-F238E27FC236}">
                <a16:creationId xmlns:a16="http://schemas.microsoft.com/office/drawing/2014/main" id="{3CA05422-CC1F-DE82-35CE-FE71A8FB90B7}"/>
              </a:ext>
            </a:extLst>
          </p:cNvPr>
          <p:cNvPicPr>
            <a:picLocks/>
          </p:cNvPicPr>
          <p:nvPr/>
        </p:nvPicPr>
        <p:blipFill>
          <a:blip r:embed="rId3"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4279553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TotalTime>
  <Words>232</Words>
  <Application>Microsoft Office PowerPoint</Application>
  <PresentationFormat>Widescreen</PresentationFormat>
  <Paragraphs>23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priannam789@gmail.com</dc:creator>
  <cp:lastModifiedBy>adlin mercy</cp:lastModifiedBy>
  <cp:revision>6</cp:revision>
  <dcterms:created xsi:type="dcterms:W3CDTF">2026-07-09T15:38:17Z</dcterms:created>
  <dcterms:modified xsi:type="dcterms:W3CDTF">2026-08-09T07:37:29Z</dcterms:modified>
</cp:coreProperties>
</file>